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2"/>
    <p:sldId id="257" r:id="rId3"/>
    <p:sldId id="265" r:id="rId4"/>
    <p:sldId id="266" r:id="rId5"/>
    <p:sldId id="268" r:id="rId6"/>
    <p:sldId id="269" r:id="rId7"/>
    <p:sldId id="258" r:id="rId8"/>
    <p:sldId id="270" r:id="rId9"/>
    <p:sldId id="271" r:id="rId10"/>
    <p:sldId id="273" r:id="rId11"/>
    <p:sldId id="272" r:id="rId12"/>
    <p:sldId id="259" r:id="rId13"/>
    <p:sldId id="274" r:id="rId14"/>
    <p:sldId id="275" r:id="rId15"/>
    <p:sldId id="277" r:id="rId16"/>
    <p:sldId id="276" r:id="rId17"/>
    <p:sldId id="260" r:id="rId18"/>
    <p:sldId id="278" r:id="rId19"/>
    <p:sldId id="279" r:id="rId20"/>
    <p:sldId id="280" r:id="rId21"/>
    <p:sldId id="281" r:id="rId22"/>
    <p:sldId id="261" r:id="rId23"/>
    <p:sldId id="282" r:id="rId24"/>
    <p:sldId id="283" r:id="rId25"/>
    <p:sldId id="284" r:id="rId26"/>
    <p:sldId id="262" r:id="rId27"/>
    <p:sldId id="285" r:id="rId28"/>
    <p:sldId id="286" r:id="rId29"/>
    <p:sldId id="287" r:id="rId30"/>
    <p:sldId id="263" r:id="rId31"/>
    <p:sldId id="288" r:id="rId32"/>
    <p:sldId id="289" r:id="rId33"/>
    <p:sldId id="290" r:id="rId34"/>
    <p:sldId id="264" r:id="rId35"/>
    <p:sldId id="292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73A0FA-4E32-402A-8E7D-4363D00C21DF}">
          <p14:sldIdLst>
            <p14:sldId id="291"/>
            <p14:sldId id="257"/>
            <p14:sldId id="265"/>
            <p14:sldId id="266"/>
            <p14:sldId id="268"/>
            <p14:sldId id="269"/>
            <p14:sldId id="258"/>
            <p14:sldId id="270"/>
            <p14:sldId id="271"/>
            <p14:sldId id="273"/>
            <p14:sldId id="272"/>
            <p14:sldId id="259"/>
            <p14:sldId id="274"/>
            <p14:sldId id="275"/>
            <p14:sldId id="277"/>
            <p14:sldId id="276"/>
            <p14:sldId id="260"/>
            <p14:sldId id="278"/>
            <p14:sldId id="279"/>
            <p14:sldId id="280"/>
            <p14:sldId id="281"/>
            <p14:sldId id="261"/>
            <p14:sldId id="282"/>
            <p14:sldId id="283"/>
            <p14:sldId id="284"/>
            <p14:sldId id="262"/>
            <p14:sldId id="285"/>
            <p14:sldId id="286"/>
            <p14:sldId id="287"/>
            <p14:sldId id="263"/>
            <p14:sldId id="288"/>
            <p14:sldId id="289"/>
            <p14:sldId id="290"/>
            <p14:sldId id="264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24AC95-8E29-9BA0-CCFF-DE8653F7D0E4}" v="1072" dt="2026-02-08T15:02:49.129"/>
    <p1510:client id="{55C3B67E-FA8E-A50D-837F-D5595C1A1108}" v="18" dt="2026-02-09T14:33:49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ripadatpt-my.sharepoint.com/personal/kireeti_avula_sripadatpt_onmicrosoft_com/Documents/UPS_Logistics_SQL_Project_ColumnStack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ripadatpt-my.sharepoint.com/personal/kireeti_avula_sripadatpt_onmicrosoft_com/Documents/UPS_Logistics_SQL_Project_BarCluster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ripadatpt-my.sharepoint.com/personal/kireeti_avula_sripadatpt_onmicrosoft_com/Documents/UPS_Logistics_SQL_Project_ColumnStack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sripadatpt-my.sharepoint.com/personal/kireeti_avula_sripadatpt_onmicrosoft_com/Documents/UPS_Logistics_SQL_Project_Pi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Top 10 delayed routes based on average delay days​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Avg_Delay_Days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R012</c:v>
                </c:pt>
                <c:pt idx="1">
                  <c:v>R020</c:v>
                </c:pt>
                <c:pt idx="2">
                  <c:v>R015</c:v>
                </c:pt>
                <c:pt idx="3">
                  <c:v>R017</c:v>
                </c:pt>
                <c:pt idx="4">
                  <c:v>R004</c:v>
                </c:pt>
                <c:pt idx="5">
                  <c:v>R005</c:v>
                </c:pt>
                <c:pt idx="6">
                  <c:v>R013</c:v>
                </c:pt>
                <c:pt idx="7">
                  <c:v>R010</c:v>
                </c:pt>
                <c:pt idx="8">
                  <c:v>R011</c:v>
                </c:pt>
                <c:pt idx="9">
                  <c:v>R007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1.0832999999999999</c:v>
                </c:pt>
                <c:pt idx="1">
                  <c:v>1.0588</c:v>
                </c:pt>
                <c:pt idx="2">
                  <c:v>1</c:v>
                </c:pt>
                <c:pt idx="3">
                  <c:v>1</c:v>
                </c:pt>
                <c:pt idx="4">
                  <c:v>0.8</c:v>
                </c:pt>
                <c:pt idx="5">
                  <c:v>0.8</c:v>
                </c:pt>
                <c:pt idx="6">
                  <c:v>0.76470000000000005</c:v>
                </c:pt>
                <c:pt idx="7">
                  <c:v>0.7</c:v>
                </c:pt>
                <c:pt idx="8">
                  <c:v>0.7</c:v>
                </c:pt>
                <c:pt idx="9">
                  <c:v>0.6875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48-418A-B59D-C84A1250F8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46034239"/>
        <c:axId val="1246034719"/>
      </c:barChart>
      <c:catAx>
        <c:axId val="1246034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034719"/>
        <c:crosses val="autoZero"/>
        <c:auto val="1"/>
        <c:lblAlgn val="ctr"/>
        <c:lblOffset val="100"/>
        <c:noMultiLvlLbl val="0"/>
      </c:catAx>
      <c:valAx>
        <c:axId val="1246034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034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Efficiency Ratio per Route</a:t>
            </a:r>
          </a:p>
        </c:rich>
      </c:tx>
      <c:layout>
        <c:manualLayout>
          <c:xMode val="edge"/>
          <c:yMode val="edge"/>
          <c:x val="0.20619014603155078"/>
          <c:y val="3.44205494052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R016</c:v>
                </c:pt>
                <c:pt idx="1">
                  <c:v>R006</c:v>
                </c:pt>
                <c:pt idx="2">
                  <c:v>R008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0.15120500000000001</c:v>
                </c:pt>
                <c:pt idx="1">
                  <c:v>0.16065599999999999</c:v>
                </c:pt>
                <c:pt idx="2">
                  <c:v>0.24372099999999999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25-4CCB-A24C-BE60D4F685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R016</c:v>
                </c:pt>
                <c:pt idx="1">
                  <c:v>R006</c:v>
                </c:pt>
                <c:pt idx="2">
                  <c:v>R008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9D25-4CCB-A24C-BE60D4F685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R016</c:v>
                </c:pt>
                <c:pt idx="1">
                  <c:v>R006</c:v>
                </c:pt>
                <c:pt idx="2">
                  <c:v>R008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9D25-4CCB-A24C-BE60D4F68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85645599"/>
        <c:axId val="1285656639"/>
      </c:barChart>
      <c:catAx>
        <c:axId val="12856455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656639"/>
        <c:crosses val="autoZero"/>
        <c:auto val="1"/>
        <c:lblAlgn val="ctr"/>
        <c:lblOffset val="100"/>
        <c:noMultiLvlLbl val="0"/>
      </c:catAx>
      <c:valAx>
        <c:axId val="1285656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645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On-Time Delivery % per Warehouse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OnTime_Percentage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0.76190000000000002</c:v>
                </c:pt>
                <c:pt idx="1">
                  <c:v>0.67569999999999997</c:v>
                </c:pt>
                <c:pt idx="2">
                  <c:v>0.64290000000000003</c:v>
                </c:pt>
                <c:pt idx="3">
                  <c:v>0.6129</c:v>
                </c:pt>
                <c:pt idx="4">
                  <c:v>0.60609999999999997</c:v>
                </c:pt>
                <c:pt idx="5">
                  <c:v>0.60529999999999995</c:v>
                </c:pt>
                <c:pt idx="6">
                  <c:v>0.47060000000000002</c:v>
                </c:pt>
                <c:pt idx="7">
                  <c:v>0.44</c:v>
                </c:pt>
                <c:pt idx="8">
                  <c:v>0.43480000000000002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5E-49E2-ABE5-2F63A719EE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6481999"/>
        <c:axId val="1336482479"/>
      </c:barChart>
      <c:catAx>
        <c:axId val="1336481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6482479"/>
        <c:crosses val="autoZero"/>
        <c:auto val="1"/>
        <c:lblAlgn val="ctr"/>
        <c:lblOffset val="100"/>
        <c:noMultiLvlLbl val="0"/>
      </c:catAx>
      <c:valAx>
        <c:axId val="1336482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6481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F8-47F5-BB12-3802417F6B7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F8-47F5-BB12-3802417F6B7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F8-47F5-BB12-3802417F6B7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8F8-47F5-BB12-3802417F6B7D}"/>
              </c:ext>
            </c:extLst>
          </c:dPt>
          <c:cat>
            <c:strRef>
              <c:f>Sheet1!$A$2:$A$5</c:f>
              <c:strCache>
                <c:ptCount val="4"/>
                <c:pt idx="0">
                  <c:v>Sorting Delay</c:v>
                </c:pt>
                <c:pt idx="1">
                  <c:v>Weather</c:v>
                </c:pt>
                <c:pt idx="2">
                  <c:v>None</c:v>
                </c:pt>
                <c:pt idx="3">
                  <c:v>Traffic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272</c:v>
                </c:pt>
                <c:pt idx="1">
                  <c:v>263</c:v>
                </c:pt>
                <c:pt idx="2">
                  <c:v>258</c:v>
                </c:pt>
                <c:pt idx="3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3D-435B-A1D5-59D6499E96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43F0E2-A43A-45F2-B60A-92785FF273A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83ADD9A-8C70-41B1-92A7-D892C471BE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Name : KIREETI AVULA</a:t>
          </a:r>
        </a:p>
      </dgm:t>
    </dgm:pt>
    <dgm:pt modelId="{EC9CBB0A-8C67-4B1C-B9E3-1ADA4BA159E3}" type="parTrans" cxnId="{D16294B4-1C58-4DC4-8B55-432599157654}">
      <dgm:prSet/>
      <dgm:spPr/>
      <dgm:t>
        <a:bodyPr/>
        <a:lstStyle/>
        <a:p>
          <a:endParaRPr lang="en-US"/>
        </a:p>
      </dgm:t>
    </dgm:pt>
    <dgm:pt modelId="{2EB16CD0-F538-4E11-8B6C-23AE30F0BA24}" type="sibTrans" cxnId="{D16294B4-1C58-4DC4-8B55-432599157654}">
      <dgm:prSet/>
      <dgm:spPr/>
      <dgm:t>
        <a:bodyPr/>
        <a:lstStyle/>
        <a:p>
          <a:endParaRPr lang="en-US"/>
        </a:p>
      </dgm:t>
    </dgm:pt>
    <dgm:pt modelId="{10521B0D-48EA-47EF-A3BE-BA46ADE313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Calibri"/>
            </a:rPr>
            <a:t>Batch</a:t>
          </a:r>
          <a:r>
            <a:rPr lang="en-US" dirty="0"/>
            <a:t> : 1ST NOV DATA SCIENCE</a:t>
          </a:r>
        </a:p>
      </dgm:t>
    </dgm:pt>
    <dgm:pt modelId="{E3BAD42A-B860-43B9-B19A-3874F445AC66}" type="parTrans" cxnId="{451904C4-E135-49BE-A930-261728E0CAAE}">
      <dgm:prSet/>
      <dgm:spPr/>
      <dgm:t>
        <a:bodyPr/>
        <a:lstStyle/>
        <a:p>
          <a:endParaRPr lang="en-US"/>
        </a:p>
      </dgm:t>
    </dgm:pt>
    <dgm:pt modelId="{1317B435-92E4-439C-AB76-7E830B07E34B}" type="sibTrans" cxnId="{451904C4-E135-49BE-A930-261728E0CAAE}">
      <dgm:prSet/>
      <dgm:spPr/>
      <dgm:t>
        <a:bodyPr/>
        <a:lstStyle/>
        <a:p>
          <a:endParaRPr lang="en-US"/>
        </a:p>
      </dgm:t>
    </dgm:pt>
    <dgm:pt modelId="{8165FBEE-C2A9-4240-9E05-CB6A34EF65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Calibri"/>
            </a:rPr>
            <a:t>Date</a:t>
          </a:r>
          <a:r>
            <a:rPr lang="en-US" dirty="0"/>
            <a:t> : 09-02-2026</a:t>
          </a:r>
        </a:p>
      </dgm:t>
    </dgm:pt>
    <dgm:pt modelId="{FC47C71F-2AF8-473A-A864-BC52F4D0E9B2}" type="parTrans" cxnId="{DC0697BC-7801-4B0B-A85A-575F8A1F7AD6}">
      <dgm:prSet/>
      <dgm:spPr/>
      <dgm:t>
        <a:bodyPr/>
        <a:lstStyle/>
        <a:p>
          <a:endParaRPr lang="en-US"/>
        </a:p>
      </dgm:t>
    </dgm:pt>
    <dgm:pt modelId="{FF8A2EA7-4DA3-4B33-9ADF-B985A8F1A908}" type="sibTrans" cxnId="{DC0697BC-7801-4B0B-A85A-575F8A1F7AD6}">
      <dgm:prSet/>
      <dgm:spPr/>
      <dgm:t>
        <a:bodyPr/>
        <a:lstStyle/>
        <a:p>
          <a:endParaRPr lang="en-US"/>
        </a:p>
      </dgm:t>
    </dgm:pt>
    <dgm:pt modelId="{B9F07B1C-9865-4E44-9A2F-1CEE9FCFAB45}" type="pres">
      <dgm:prSet presAssocID="{0343F0E2-A43A-45F2-B60A-92785FF273AA}" presName="root" presStyleCnt="0">
        <dgm:presLayoutVars>
          <dgm:dir/>
          <dgm:resizeHandles val="exact"/>
        </dgm:presLayoutVars>
      </dgm:prSet>
      <dgm:spPr/>
    </dgm:pt>
    <dgm:pt modelId="{5FAE2B22-D8B9-4D5A-BEDA-07C5FF697D60}" type="pres">
      <dgm:prSet presAssocID="{183ADD9A-8C70-41B1-92A7-D892C471BED3}" presName="compNode" presStyleCnt="0"/>
      <dgm:spPr/>
    </dgm:pt>
    <dgm:pt modelId="{5B7F4E91-18CD-43D5-9F8A-9198A0C5A4DF}" type="pres">
      <dgm:prSet presAssocID="{183ADD9A-8C70-41B1-92A7-D892C471BED3}" presName="bgRect" presStyleLbl="bgShp" presStyleIdx="0" presStyleCnt="3"/>
      <dgm:spPr/>
    </dgm:pt>
    <dgm:pt modelId="{1B485FD8-9CC5-4258-B5A5-7376092AA4D7}" type="pres">
      <dgm:prSet presAssocID="{183ADD9A-8C70-41B1-92A7-D892C471BED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9025507-2AE1-4506-A973-17F000818C9B}" type="pres">
      <dgm:prSet presAssocID="{183ADD9A-8C70-41B1-92A7-D892C471BED3}" presName="spaceRect" presStyleCnt="0"/>
      <dgm:spPr/>
    </dgm:pt>
    <dgm:pt modelId="{E2AE3DF0-0B6A-4AE3-A279-4F0E038088CB}" type="pres">
      <dgm:prSet presAssocID="{183ADD9A-8C70-41B1-92A7-D892C471BED3}" presName="parTx" presStyleLbl="revTx" presStyleIdx="0" presStyleCnt="3">
        <dgm:presLayoutVars>
          <dgm:chMax val="0"/>
          <dgm:chPref val="0"/>
        </dgm:presLayoutVars>
      </dgm:prSet>
      <dgm:spPr/>
    </dgm:pt>
    <dgm:pt modelId="{A4F5E3F9-BC0B-41A2-9218-F24FE74CCD69}" type="pres">
      <dgm:prSet presAssocID="{2EB16CD0-F538-4E11-8B6C-23AE30F0BA24}" presName="sibTrans" presStyleCnt="0"/>
      <dgm:spPr/>
    </dgm:pt>
    <dgm:pt modelId="{1D4552F0-BE63-400E-BEF6-8BA675D7AE97}" type="pres">
      <dgm:prSet presAssocID="{10521B0D-48EA-47EF-A3BE-BA46ADE31366}" presName="compNode" presStyleCnt="0"/>
      <dgm:spPr/>
    </dgm:pt>
    <dgm:pt modelId="{66825118-6B63-4EB0-B1D1-2107A185156B}" type="pres">
      <dgm:prSet presAssocID="{10521B0D-48EA-47EF-A3BE-BA46ADE31366}" presName="bgRect" presStyleLbl="bgShp" presStyleIdx="1" presStyleCnt="3"/>
      <dgm:spPr/>
    </dgm:pt>
    <dgm:pt modelId="{5C728DC0-D5DE-4763-BD73-60E58DD4D2D3}" type="pres">
      <dgm:prSet presAssocID="{10521B0D-48EA-47EF-A3BE-BA46ADE3136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C096D81-802B-4214-A8EE-6E9B4A52C8A6}" type="pres">
      <dgm:prSet presAssocID="{10521B0D-48EA-47EF-A3BE-BA46ADE31366}" presName="spaceRect" presStyleCnt="0"/>
      <dgm:spPr/>
    </dgm:pt>
    <dgm:pt modelId="{FCE5657F-488F-4EC7-AB1C-9C73DB4ECF47}" type="pres">
      <dgm:prSet presAssocID="{10521B0D-48EA-47EF-A3BE-BA46ADE31366}" presName="parTx" presStyleLbl="revTx" presStyleIdx="1" presStyleCnt="3">
        <dgm:presLayoutVars>
          <dgm:chMax val="0"/>
          <dgm:chPref val="0"/>
        </dgm:presLayoutVars>
      </dgm:prSet>
      <dgm:spPr/>
    </dgm:pt>
    <dgm:pt modelId="{2E0D5445-70E7-48E1-9817-8F3F57E1078A}" type="pres">
      <dgm:prSet presAssocID="{1317B435-92E4-439C-AB76-7E830B07E34B}" presName="sibTrans" presStyleCnt="0"/>
      <dgm:spPr/>
    </dgm:pt>
    <dgm:pt modelId="{A7284598-975C-449A-8EE8-29631891B7DA}" type="pres">
      <dgm:prSet presAssocID="{8165FBEE-C2A9-4240-9E05-CB6A34EF65BD}" presName="compNode" presStyleCnt="0"/>
      <dgm:spPr/>
    </dgm:pt>
    <dgm:pt modelId="{D4AE72BE-2C3F-4E9B-A596-82D1C57E8045}" type="pres">
      <dgm:prSet presAssocID="{8165FBEE-C2A9-4240-9E05-CB6A34EF65BD}" presName="bgRect" presStyleLbl="bgShp" presStyleIdx="2" presStyleCnt="3"/>
      <dgm:spPr/>
    </dgm:pt>
    <dgm:pt modelId="{59A18844-02D7-4134-A2E5-DEE305167CBB}" type="pres">
      <dgm:prSet presAssocID="{8165FBEE-C2A9-4240-9E05-CB6A34EF65B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C9E6A824-BC93-4535-A933-4F38F5491EB2}" type="pres">
      <dgm:prSet presAssocID="{8165FBEE-C2A9-4240-9E05-CB6A34EF65BD}" presName="spaceRect" presStyleCnt="0"/>
      <dgm:spPr/>
    </dgm:pt>
    <dgm:pt modelId="{515F7D33-10DA-4514-A308-31E2BAD168CF}" type="pres">
      <dgm:prSet presAssocID="{8165FBEE-C2A9-4240-9E05-CB6A34EF65B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EBCD48F-C8DD-465E-AB1C-CDC9116C2B39}" type="presOf" srcId="{183ADD9A-8C70-41B1-92A7-D892C471BED3}" destId="{E2AE3DF0-0B6A-4AE3-A279-4F0E038088CB}" srcOrd="0" destOrd="0" presId="urn:microsoft.com/office/officeart/2018/2/layout/IconVerticalSolidList"/>
    <dgm:cxn modelId="{ED95B7A9-CE26-45E3-B746-DA7E56059579}" type="presOf" srcId="{0343F0E2-A43A-45F2-B60A-92785FF273AA}" destId="{B9F07B1C-9865-4E44-9A2F-1CEE9FCFAB45}" srcOrd="0" destOrd="0" presId="urn:microsoft.com/office/officeart/2018/2/layout/IconVerticalSolidList"/>
    <dgm:cxn modelId="{246044AD-3E61-406A-ACD6-5949EF4954CC}" type="presOf" srcId="{10521B0D-48EA-47EF-A3BE-BA46ADE31366}" destId="{FCE5657F-488F-4EC7-AB1C-9C73DB4ECF47}" srcOrd="0" destOrd="0" presId="urn:microsoft.com/office/officeart/2018/2/layout/IconVerticalSolidList"/>
    <dgm:cxn modelId="{CA0139B1-F59C-41B9-8CC7-E8E730F37B84}" type="presOf" srcId="{8165FBEE-C2A9-4240-9E05-CB6A34EF65BD}" destId="{515F7D33-10DA-4514-A308-31E2BAD168CF}" srcOrd="0" destOrd="0" presId="urn:microsoft.com/office/officeart/2018/2/layout/IconVerticalSolidList"/>
    <dgm:cxn modelId="{D16294B4-1C58-4DC4-8B55-432599157654}" srcId="{0343F0E2-A43A-45F2-B60A-92785FF273AA}" destId="{183ADD9A-8C70-41B1-92A7-D892C471BED3}" srcOrd="0" destOrd="0" parTransId="{EC9CBB0A-8C67-4B1C-B9E3-1ADA4BA159E3}" sibTransId="{2EB16CD0-F538-4E11-8B6C-23AE30F0BA24}"/>
    <dgm:cxn modelId="{DC0697BC-7801-4B0B-A85A-575F8A1F7AD6}" srcId="{0343F0E2-A43A-45F2-B60A-92785FF273AA}" destId="{8165FBEE-C2A9-4240-9E05-CB6A34EF65BD}" srcOrd="2" destOrd="0" parTransId="{FC47C71F-2AF8-473A-A864-BC52F4D0E9B2}" sibTransId="{FF8A2EA7-4DA3-4B33-9ADF-B985A8F1A908}"/>
    <dgm:cxn modelId="{451904C4-E135-49BE-A930-261728E0CAAE}" srcId="{0343F0E2-A43A-45F2-B60A-92785FF273AA}" destId="{10521B0D-48EA-47EF-A3BE-BA46ADE31366}" srcOrd="1" destOrd="0" parTransId="{E3BAD42A-B860-43B9-B19A-3874F445AC66}" sibTransId="{1317B435-92E4-439C-AB76-7E830B07E34B}"/>
    <dgm:cxn modelId="{5CA2ABC7-020B-440F-88DB-495F7AF33F6B}" type="presParOf" srcId="{B9F07B1C-9865-4E44-9A2F-1CEE9FCFAB45}" destId="{5FAE2B22-D8B9-4D5A-BEDA-07C5FF697D60}" srcOrd="0" destOrd="0" presId="urn:microsoft.com/office/officeart/2018/2/layout/IconVerticalSolidList"/>
    <dgm:cxn modelId="{B8F18D80-05C3-4320-958B-BE9418FA981B}" type="presParOf" srcId="{5FAE2B22-D8B9-4D5A-BEDA-07C5FF697D60}" destId="{5B7F4E91-18CD-43D5-9F8A-9198A0C5A4DF}" srcOrd="0" destOrd="0" presId="urn:microsoft.com/office/officeart/2018/2/layout/IconVerticalSolidList"/>
    <dgm:cxn modelId="{F1CBC450-82BE-4B11-AEBD-6224231A4C4C}" type="presParOf" srcId="{5FAE2B22-D8B9-4D5A-BEDA-07C5FF697D60}" destId="{1B485FD8-9CC5-4258-B5A5-7376092AA4D7}" srcOrd="1" destOrd="0" presId="urn:microsoft.com/office/officeart/2018/2/layout/IconVerticalSolidList"/>
    <dgm:cxn modelId="{FC57DA1D-F653-4D9D-BFC8-E07E0B36AB32}" type="presParOf" srcId="{5FAE2B22-D8B9-4D5A-BEDA-07C5FF697D60}" destId="{E9025507-2AE1-4506-A973-17F000818C9B}" srcOrd="2" destOrd="0" presId="urn:microsoft.com/office/officeart/2018/2/layout/IconVerticalSolidList"/>
    <dgm:cxn modelId="{A9191828-0AE5-41DD-92D9-91ECAA54E769}" type="presParOf" srcId="{5FAE2B22-D8B9-4D5A-BEDA-07C5FF697D60}" destId="{E2AE3DF0-0B6A-4AE3-A279-4F0E038088CB}" srcOrd="3" destOrd="0" presId="urn:microsoft.com/office/officeart/2018/2/layout/IconVerticalSolidList"/>
    <dgm:cxn modelId="{CCBD39F0-B66C-4F3A-9E3F-A5B6BBCC87CF}" type="presParOf" srcId="{B9F07B1C-9865-4E44-9A2F-1CEE9FCFAB45}" destId="{A4F5E3F9-BC0B-41A2-9218-F24FE74CCD69}" srcOrd="1" destOrd="0" presId="urn:microsoft.com/office/officeart/2018/2/layout/IconVerticalSolidList"/>
    <dgm:cxn modelId="{F892DD48-D15F-4EEB-9CFC-C57DCA58724B}" type="presParOf" srcId="{B9F07B1C-9865-4E44-9A2F-1CEE9FCFAB45}" destId="{1D4552F0-BE63-400E-BEF6-8BA675D7AE97}" srcOrd="2" destOrd="0" presId="urn:microsoft.com/office/officeart/2018/2/layout/IconVerticalSolidList"/>
    <dgm:cxn modelId="{43402C98-0CBA-4449-953D-8B92CDEFE11B}" type="presParOf" srcId="{1D4552F0-BE63-400E-BEF6-8BA675D7AE97}" destId="{66825118-6B63-4EB0-B1D1-2107A185156B}" srcOrd="0" destOrd="0" presId="urn:microsoft.com/office/officeart/2018/2/layout/IconVerticalSolidList"/>
    <dgm:cxn modelId="{04F24784-40E9-43EC-8B41-2C1ECC674512}" type="presParOf" srcId="{1D4552F0-BE63-400E-BEF6-8BA675D7AE97}" destId="{5C728DC0-D5DE-4763-BD73-60E58DD4D2D3}" srcOrd="1" destOrd="0" presId="urn:microsoft.com/office/officeart/2018/2/layout/IconVerticalSolidList"/>
    <dgm:cxn modelId="{A4350A2F-5415-438B-A320-019B08FC6C91}" type="presParOf" srcId="{1D4552F0-BE63-400E-BEF6-8BA675D7AE97}" destId="{7C096D81-802B-4214-A8EE-6E9B4A52C8A6}" srcOrd="2" destOrd="0" presId="urn:microsoft.com/office/officeart/2018/2/layout/IconVerticalSolidList"/>
    <dgm:cxn modelId="{C119994C-5393-4ABB-ACD3-F2E53566FD88}" type="presParOf" srcId="{1D4552F0-BE63-400E-BEF6-8BA675D7AE97}" destId="{FCE5657F-488F-4EC7-AB1C-9C73DB4ECF47}" srcOrd="3" destOrd="0" presId="urn:microsoft.com/office/officeart/2018/2/layout/IconVerticalSolidList"/>
    <dgm:cxn modelId="{3EF6B0C8-BC3A-4A13-BE15-B1201B7F16B1}" type="presParOf" srcId="{B9F07B1C-9865-4E44-9A2F-1CEE9FCFAB45}" destId="{2E0D5445-70E7-48E1-9817-8F3F57E1078A}" srcOrd="3" destOrd="0" presId="urn:microsoft.com/office/officeart/2018/2/layout/IconVerticalSolidList"/>
    <dgm:cxn modelId="{598D5C05-2B8C-4DD3-8DF7-D5D2FB8E19B7}" type="presParOf" srcId="{B9F07B1C-9865-4E44-9A2F-1CEE9FCFAB45}" destId="{A7284598-975C-449A-8EE8-29631891B7DA}" srcOrd="4" destOrd="0" presId="urn:microsoft.com/office/officeart/2018/2/layout/IconVerticalSolidList"/>
    <dgm:cxn modelId="{30BFCB47-CB55-4A6F-9615-164AE19DF2E2}" type="presParOf" srcId="{A7284598-975C-449A-8EE8-29631891B7DA}" destId="{D4AE72BE-2C3F-4E9B-A596-82D1C57E8045}" srcOrd="0" destOrd="0" presId="urn:microsoft.com/office/officeart/2018/2/layout/IconVerticalSolidList"/>
    <dgm:cxn modelId="{3124E97E-E2CA-4163-BA6F-053231C8E1EC}" type="presParOf" srcId="{A7284598-975C-449A-8EE8-29631891B7DA}" destId="{59A18844-02D7-4134-A2E5-DEE305167CBB}" srcOrd="1" destOrd="0" presId="urn:microsoft.com/office/officeart/2018/2/layout/IconVerticalSolidList"/>
    <dgm:cxn modelId="{A33A8DC4-9E36-457D-8CF3-210D5A796E6B}" type="presParOf" srcId="{A7284598-975C-449A-8EE8-29631891B7DA}" destId="{C9E6A824-BC93-4535-A933-4F38F5491EB2}" srcOrd="2" destOrd="0" presId="urn:microsoft.com/office/officeart/2018/2/layout/IconVerticalSolidList"/>
    <dgm:cxn modelId="{EAE95893-8896-4588-96B4-95586325C080}" type="presParOf" srcId="{A7284598-975C-449A-8EE8-29631891B7DA}" destId="{515F7D33-10DA-4514-A308-31E2BAD168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A5D039-5B27-4D54-B556-495A70A03BC0}" type="doc">
      <dgm:prSet loTypeId="urn:microsoft.com/office/officeart/2005/8/layout/chart3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DA6A1F2-18DE-4844-97EC-3BE8068C8468}">
      <dgm:prSet/>
      <dgm:spPr/>
      <dgm:t>
        <a:bodyPr/>
        <a:lstStyle/>
        <a:p>
          <a:r>
            <a:rPr lang="en-US"/>
            <a:t>Checked duplicate Order_IDs (PK enforced)</a:t>
          </a:r>
        </a:p>
      </dgm:t>
    </dgm:pt>
    <dgm:pt modelId="{448571AE-323E-4721-AFF2-5906A6B5C89A}" type="parTrans" cxnId="{C33C9A56-F51E-4AC6-A497-1B57AE351F55}">
      <dgm:prSet/>
      <dgm:spPr/>
      <dgm:t>
        <a:bodyPr/>
        <a:lstStyle/>
        <a:p>
          <a:endParaRPr lang="en-US"/>
        </a:p>
      </dgm:t>
    </dgm:pt>
    <dgm:pt modelId="{E6762AEC-E0B0-4B2E-9032-A0E3874F394C}" type="sibTrans" cxnId="{C33C9A56-F51E-4AC6-A497-1B57AE351F55}">
      <dgm:prSet/>
      <dgm:spPr/>
      <dgm:t>
        <a:bodyPr/>
        <a:lstStyle/>
        <a:p>
          <a:endParaRPr lang="en-US"/>
        </a:p>
      </dgm:t>
    </dgm:pt>
    <dgm:pt modelId="{BAF555FE-559F-4245-8B81-F20EDB0B9275}">
      <dgm:prSet/>
      <dgm:spPr/>
      <dgm:t>
        <a:bodyPr/>
        <a:lstStyle/>
        <a:p>
          <a:r>
            <a:rPr lang="en-US"/>
            <a:t>Replaced NULL Traffic_Delay_Min</a:t>
          </a:r>
        </a:p>
      </dgm:t>
    </dgm:pt>
    <dgm:pt modelId="{62E53AFE-635C-46DF-AD54-CC342577E88E}" type="parTrans" cxnId="{B7429FA2-D7FE-4650-9F1B-7D28B37AFF29}">
      <dgm:prSet/>
      <dgm:spPr/>
      <dgm:t>
        <a:bodyPr/>
        <a:lstStyle/>
        <a:p>
          <a:endParaRPr lang="en-US"/>
        </a:p>
      </dgm:t>
    </dgm:pt>
    <dgm:pt modelId="{7E6C647D-8A58-4F12-A936-12DD992E58EF}" type="sibTrans" cxnId="{B7429FA2-D7FE-4650-9F1B-7D28B37AFF29}">
      <dgm:prSet/>
      <dgm:spPr/>
      <dgm:t>
        <a:bodyPr/>
        <a:lstStyle/>
        <a:p>
          <a:endParaRPr lang="en-US"/>
        </a:p>
      </dgm:t>
    </dgm:pt>
    <dgm:pt modelId="{E79609AB-C680-4DF1-ADBE-15784802D9A9}">
      <dgm:prSet/>
      <dgm:spPr/>
      <dgm:t>
        <a:bodyPr/>
        <a:lstStyle/>
        <a:p>
          <a:r>
            <a:rPr lang="en-US"/>
            <a:t>Validated date formats</a:t>
          </a:r>
        </a:p>
      </dgm:t>
    </dgm:pt>
    <dgm:pt modelId="{7D228FEE-DDE8-489A-907E-0BDD3D052324}" type="parTrans" cxnId="{9B5FB18F-84CA-45A5-AF66-AEB0D4204704}">
      <dgm:prSet/>
      <dgm:spPr/>
      <dgm:t>
        <a:bodyPr/>
        <a:lstStyle/>
        <a:p>
          <a:endParaRPr lang="en-US"/>
        </a:p>
      </dgm:t>
    </dgm:pt>
    <dgm:pt modelId="{2FA7A790-D780-4D11-B86B-A698C0EE9B24}" type="sibTrans" cxnId="{9B5FB18F-84CA-45A5-AF66-AEB0D4204704}">
      <dgm:prSet/>
      <dgm:spPr/>
      <dgm:t>
        <a:bodyPr/>
        <a:lstStyle/>
        <a:p>
          <a:endParaRPr lang="en-US"/>
        </a:p>
      </dgm:t>
    </dgm:pt>
    <dgm:pt modelId="{03D0C99B-E537-49C4-8E7D-9FBEE880A2E6}">
      <dgm:prSet/>
      <dgm:spPr/>
      <dgm:t>
        <a:bodyPr/>
        <a:lstStyle/>
        <a:p>
          <a:r>
            <a:rPr lang="en-US"/>
            <a:t>•Flagged invalid delivery dates</a:t>
          </a:r>
        </a:p>
      </dgm:t>
    </dgm:pt>
    <dgm:pt modelId="{EE42AAC5-EF8E-48B5-B3CB-D36C851901B2}" type="parTrans" cxnId="{7045E050-8163-4A1E-A504-DC28EF2796D5}">
      <dgm:prSet/>
      <dgm:spPr/>
      <dgm:t>
        <a:bodyPr/>
        <a:lstStyle/>
        <a:p>
          <a:endParaRPr lang="en-US"/>
        </a:p>
      </dgm:t>
    </dgm:pt>
    <dgm:pt modelId="{4D81369D-3692-4F3A-A436-13D7ED81C053}" type="sibTrans" cxnId="{7045E050-8163-4A1E-A504-DC28EF2796D5}">
      <dgm:prSet/>
      <dgm:spPr/>
      <dgm:t>
        <a:bodyPr/>
        <a:lstStyle/>
        <a:p>
          <a:endParaRPr lang="en-US"/>
        </a:p>
      </dgm:t>
    </dgm:pt>
    <dgm:pt modelId="{3E8ECF8F-C26D-4EB0-8E1B-F416D46221F1}" type="pres">
      <dgm:prSet presAssocID="{56A5D039-5B27-4D54-B556-495A70A03BC0}" presName="compositeShape" presStyleCnt="0">
        <dgm:presLayoutVars>
          <dgm:chMax val="7"/>
          <dgm:dir/>
          <dgm:resizeHandles val="exact"/>
        </dgm:presLayoutVars>
      </dgm:prSet>
      <dgm:spPr/>
    </dgm:pt>
    <dgm:pt modelId="{F08325FE-CC8D-484A-9953-3D0B4E667552}" type="pres">
      <dgm:prSet presAssocID="{56A5D039-5B27-4D54-B556-495A70A03BC0}" presName="wedge1" presStyleLbl="node1" presStyleIdx="0" presStyleCnt="4"/>
      <dgm:spPr/>
    </dgm:pt>
    <dgm:pt modelId="{ABA24506-CDDE-4856-9AD7-975984E308E8}" type="pres">
      <dgm:prSet presAssocID="{56A5D039-5B27-4D54-B556-495A70A03BC0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B9848E8-CB5A-49BC-8D8A-8B0432B64998}" type="pres">
      <dgm:prSet presAssocID="{56A5D039-5B27-4D54-B556-495A70A03BC0}" presName="wedge2" presStyleLbl="node1" presStyleIdx="1" presStyleCnt="4"/>
      <dgm:spPr/>
    </dgm:pt>
    <dgm:pt modelId="{A29AD4D0-7ECD-444D-A346-39FECBA7E0BE}" type="pres">
      <dgm:prSet presAssocID="{56A5D039-5B27-4D54-B556-495A70A03BC0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C2F2F9B-00D8-453E-A8AD-4B9F66B6521C}" type="pres">
      <dgm:prSet presAssocID="{56A5D039-5B27-4D54-B556-495A70A03BC0}" presName="wedge3" presStyleLbl="node1" presStyleIdx="2" presStyleCnt="4"/>
      <dgm:spPr/>
    </dgm:pt>
    <dgm:pt modelId="{5A8C5FBA-B3CC-402E-AD4E-60C6FBC28185}" type="pres">
      <dgm:prSet presAssocID="{56A5D039-5B27-4D54-B556-495A70A03BC0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AB3CF8F-CE73-4985-BC25-2E5228557455}" type="pres">
      <dgm:prSet presAssocID="{56A5D039-5B27-4D54-B556-495A70A03BC0}" presName="wedge4" presStyleLbl="node1" presStyleIdx="3" presStyleCnt="4"/>
      <dgm:spPr/>
    </dgm:pt>
    <dgm:pt modelId="{BC22B684-A1C5-46AB-9FBC-48840AAB534C}" type="pres">
      <dgm:prSet presAssocID="{56A5D039-5B27-4D54-B556-495A70A03BC0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8ABA228-1B66-4C6E-9FBF-11972833315D}" type="presOf" srcId="{03D0C99B-E537-49C4-8E7D-9FBEE880A2E6}" destId="{6AB3CF8F-CE73-4985-BC25-2E5228557455}" srcOrd="0" destOrd="0" presId="urn:microsoft.com/office/officeart/2005/8/layout/chart3"/>
    <dgm:cxn modelId="{EFABC73E-2118-4FBA-B7CE-D694744BFE5B}" type="presOf" srcId="{56A5D039-5B27-4D54-B556-495A70A03BC0}" destId="{3E8ECF8F-C26D-4EB0-8E1B-F416D46221F1}" srcOrd="0" destOrd="0" presId="urn:microsoft.com/office/officeart/2005/8/layout/chart3"/>
    <dgm:cxn modelId="{EFD47140-09D1-4E9E-B120-442BA11B12AE}" type="presOf" srcId="{E79609AB-C680-4DF1-ADBE-15784802D9A9}" destId="{5A8C5FBA-B3CC-402E-AD4E-60C6FBC28185}" srcOrd="1" destOrd="0" presId="urn:microsoft.com/office/officeart/2005/8/layout/chart3"/>
    <dgm:cxn modelId="{7045E050-8163-4A1E-A504-DC28EF2796D5}" srcId="{56A5D039-5B27-4D54-B556-495A70A03BC0}" destId="{03D0C99B-E537-49C4-8E7D-9FBEE880A2E6}" srcOrd="3" destOrd="0" parTransId="{EE42AAC5-EF8E-48B5-B3CB-D36C851901B2}" sibTransId="{4D81369D-3692-4F3A-A436-13D7ED81C053}"/>
    <dgm:cxn modelId="{C33C9A56-F51E-4AC6-A497-1B57AE351F55}" srcId="{56A5D039-5B27-4D54-B556-495A70A03BC0}" destId="{3DA6A1F2-18DE-4844-97EC-3BE8068C8468}" srcOrd="0" destOrd="0" parTransId="{448571AE-323E-4721-AFF2-5906A6B5C89A}" sibTransId="{E6762AEC-E0B0-4B2E-9032-A0E3874F394C}"/>
    <dgm:cxn modelId="{E4BB2B8C-5CF4-4894-8B30-5C0393885352}" type="presOf" srcId="{E79609AB-C680-4DF1-ADBE-15784802D9A9}" destId="{CC2F2F9B-00D8-453E-A8AD-4B9F66B6521C}" srcOrd="0" destOrd="0" presId="urn:microsoft.com/office/officeart/2005/8/layout/chart3"/>
    <dgm:cxn modelId="{9B5FB18F-84CA-45A5-AF66-AEB0D4204704}" srcId="{56A5D039-5B27-4D54-B556-495A70A03BC0}" destId="{E79609AB-C680-4DF1-ADBE-15784802D9A9}" srcOrd="2" destOrd="0" parTransId="{7D228FEE-DDE8-489A-907E-0BDD3D052324}" sibTransId="{2FA7A790-D780-4D11-B86B-A698C0EE9B24}"/>
    <dgm:cxn modelId="{A2252B96-ED3C-4F5B-B38A-EF25D9CD7B21}" type="presOf" srcId="{3DA6A1F2-18DE-4844-97EC-3BE8068C8468}" destId="{ABA24506-CDDE-4856-9AD7-975984E308E8}" srcOrd="1" destOrd="0" presId="urn:microsoft.com/office/officeart/2005/8/layout/chart3"/>
    <dgm:cxn modelId="{C2074BA2-46F2-4E70-AF57-DDDFCC1BC3D6}" type="presOf" srcId="{03D0C99B-E537-49C4-8E7D-9FBEE880A2E6}" destId="{BC22B684-A1C5-46AB-9FBC-48840AAB534C}" srcOrd="1" destOrd="0" presId="urn:microsoft.com/office/officeart/2005/8/layout/chart3"/>
    <dgm:cxn modelId="{B7429FA2-D7FE-4650-9F1B-7D28B37AFF29}" srcId="{56A5D039-5B27-4D54-B556-495A70A03BC0}" destId="{BAF555FE-559F-4245-8B81-F20EDB0B9275}" srcOrd="1" destOrd="0" parTransId="{62E53AFE-635C-46DF-AD54-CC342577E88E}" sibTransId="{7E6C647D-8A58-4F12-A936-12DD992E58EF}"/>
    <dgm:cxn modelId="{C1A929A8-7EBA-48CD-A593-3DA808902057}" type="presOf" srcId="{3DA6A1F2-18DE-4844-97EC-3BE8068C8468}" destId="{F08325FE-CC8D-484A-9953-3D0B4E667552}" srcOrd="0" destOrd="0" presId="urn:microsoft.com/office/officeart/2005/8/layout/chart3"/>
    <dgm:cxn modelId="{00E993B5-C15B-49E9-8C3C-8142444FD11D}" type="presOf" srcId="{BAF555FE-559F-4245-8B81-F20EDB0B9275}" destId="{A29AD4D0-7ECD-444D-A346-39FECBA7E0BE}" srcOrd="1" destOrd="0" presId="urn:microsoft.com/office/officeart/2005/8/layout/chart3"/>
    <dgm:cxn modelId="{05C354DC-8559-44D1-8C9A-09490C132780}" type="presOf" srcId="{BAF555FE-559F-4245-8B81-F20EDB0B9275}" destId="{8B9848E8-CB5A-49BC-8D8A-8B0432B64998}" srcOrd="0" destOrd="0" presId="urn:microsoft.com/office/officeart/2005/8/layout/chart3"/>
    <dgm:cxn modelId="{3089FE2C-768A-4896-A3DD-29070B725D9E}" type="presParOf" srcId="{3E8ECF8F-C26D-4EB0-8E1B-F416D46221F1}" destId="{F08325FE-CC8D-484A-9953-3D0B4E667552}" srcOrd="0" destOrd="0" presId="urn:microsoft.com/office/officeart/2005/8/layout/chart3"/>
    <dgm:cxn modelId="{1BB7E2F7-9A4B-41F7-8A73-F3ACF2ABF6A2}" type="presParOf" srcId="{3E8ECF8F-C26D-4EB0-8E1B-F416D46221F1}" destId="{ABA24506-CDDE-4856-9AD7-975984E308E8}" srcOrd="1" destOrd="0" presId="urn:microsoft.com/office/officeart/2005/8/layout/chart3"/>
    <dgm:cxn modelId="{C6E88EB5-7094-4729-8D30-166373BE0068}" type="presParOf" srcId="{3E8ECF8F-C26D-4EB0-8E1B-F416D46221F1}" destId="{8B9848E8-CB5A-49BC-8D8A-8B0432B64998}" srcOrd="2" destOrd="0" presId="urn:microsoft.com/office/officeart/2005/8/layout/chart3"/>
    <dgm:cxn modelId="{0B3F8023-824D-407B-9BB5-BA1B3F4AAB64}" type="presParOf" srcId="{3E8ECF8F-C26D-4EB0-8E1B-F416D46221F1}" destId="{A29AD4D0-7ECD-444D-A346-39FECBA7E0BE}" srcOrd="3" destOrd="0" presId="urn:microsoft.com/office/officeart/2005/8/layout/chart3"/>
    <dgm:cxn modelId="{A4B5D501-21B2-4AED-A205-4D3F7B81FF3E}" type="presParOf" srcId="{3E8ECF8F-C26D-4EB0-8E1B-F416D46221F1}" destId="{CC2F2F9B-00D8-453E-A8AD-4B9F66B6521C}" srcOrd="4" destOrd="0" presId="urn:microsoft.com/office/officeart/2005/8/layout/chart3"/>
    <dgm:cxn modelId="{0468C28C-983E-45D2-AD43-7B59C0421BAB}" type="presParOf" srcId="{3E8ECF8F-C26D-4EB0-8E1B-F416D46221F1}" destId="{5A8C5FBA-B3CC-402E-AD4E-60C6FBC28185}" srcOrd="5" destOrd="0" presId="urn:microsoft.com/office/officeart/2005/8/layout/chart3"/>
    <dgm:cxn modelId="{D222B924-84B4-424D-8215-9EDC9667D1ED}" type="presParOf" srcId="{3E8ECF8F-C26D-4EB0-8E1B-F416D46221F1}" destId="{6AB3CF8F-CE73-4985-BC25-2E5228557455}" srcOrd="6" destOrd="0" presId="urn:microsoft.com/office/officeart/2005/8/layout/chart3"/>
    <dgm:cxn modelId="{9FCCD75C-23AC-4C19-934F-410150D42A90}" type="presParOf" srcId="{3E8ECF8F-C26D-4EB0-8E1B-F416D46221F1}" destId="{BC22B684-A1C5-46AB-9FBC-48840AAB534C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B96A32-61B3-437D-A63A-B1FF60B01EEC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A59B92-0689-4D18-8F56-26CCB3CC5348}">
      <dgm:prSet/>
      <dgm:spPr/>
      <dgm:t>
        <a:bodyPr/>
        <a:lstStyle/>
        <a:p>
          <a:r>
            <a:rPr lang="en-US"/>
            <a:t>Calculated delivery delay in days</a:t>
          </a:r>
        </a:p>
      </dgm:t>
    </dgm:pt>
    <dgm:pt modelId="{5432CF25-74FA-45A8-9FFF-9C8B76F9D68F}" type="parTrans" cxnId="{F07CF8AF-A29C-4B09-9813-0B7532F42CB1}">
      <dgm:prSet/>
      <dgm:spPr/>
      <dgm:t>
        <a:bodyPr/>
        <a:lstStyle/>
        <a:p>
          <a:endParaRPr lang="en-US"/>
        </a:p>
      </dgm:t>
    </dgm:pt>
    <dgm:pt modelId="{ED15A7EB-08E3-4E02-8602-D5F55F7C6EF2}" type="sibTrans" cxnId="{F07CF8AF-A29C-4B09-9813-0B7532F42CB1}">
      <dgm:prSet/>
      <dgm:spPr/>
      <dgm:t>
        <a:bodyPr/>
        <a:lstStyle/>
        <a:p>
          <a:endParaRPr lang="en-US"/>
        </a:p>
      </dgm:t>
    </dgm:pt>
    <dgm:pt modelId="{F35C3DB8-DF53-4354-87D0-410C01B03AB3}">
      <dgm:prSet/>
      <dgm:spPr/>
      <dgm:t>
        <a:bodyPr/>
        <a:lstStyle/>
        <a:p>
          <a:r>
            <a:rPr lang="en-US"/>
            <a:t>Identified top delayed routes</a:t>
          </a:r>
        </a:p>
      </dgm:t>
    </dgm:pt>
    <dgm:pt modelId="{5068BF18-F10A-45EB-8BAA-D6F671ED912D}" type="parTrans" cxnId="{2C468C98-7C81-4EC8-94AD-93C2889A3895}">
      <dgm:prSet/>
      <dgm:spPr/>
      <dgm:t>
        <a:bodyPr/>
        <a:lstStyle/>
        <a:p>
          <a:endParaRPr lang="en-US"/>
        </a:p>
      </dgm:t>
    </dgm:pt>
    <dgm:pt modelId="{272A3301-D2FE-4FFC-9FB3-8FD4291A1134}" type="sibTrans" cxnId="{2C468C98-7C81-4EC8-94AD-93C2889A3895}">
      <dgm:prSet/>
      <dgm:spPr/>
      <dgm:t>
        <a:bodyPr/>
        <a:lstStyle/>
        <a:p>
          <a:endParaRPr lang="en-US"/>
        </a:p>
      </dgm:t>
    </dgm:pt>
    <dgm:pt modelId="{B8936414-F4C6-4122-A9B3-D14D38DBE59E}">
      <dgm:prSet/>
      <dgm:spPr/>
      <dgm:t>
        <a:bodyPr/>
        <a:lstStyle/>
        <a:p>
          <a:r>
            <a:rPr lang="en-US"/>
            <a:t>Ranked orders by warehouse delay</a:t>
          </a:r>
        </a:p>
      </dgm:t>
    </dgm:pt>
    <dgm:pt modelId="{5C4C8F41-CA33-43E1-B2B4-F5B9D0010B18}" type="parTrans" cxnId="{F256E376-70DF-4464-9809-F89F787E74AC}">
      <dgm:prSet/>
      <dgm:spPr/>
      <dgm:t>
        <a:bodyPr/>
        <a:lstStyle/>
        <a:p>
          <a:endParaRPr lang="en-US"/>
        </a:p>
      </dgm:t>
    </dgm:pt>
    <dgm:pt modelId="{BA129944-696C-4565-8A76-9175CD6D2D92}" type="sibTrans" cxnId="{F256E376-70DF-4464-9809-F89F787E74AC}">
      <dgm:prSet/>
      <dgm:spPr/>
      <dgm:t>
        <a:bodyPr/>
        <a:lstStyle/>
        <a:p>
          <a:endParaRPr lang="en-US"/>
        </a:p>
      </dgm:t>
    </dgm:pt>
    <dgm:pt modelId="{5094B485-D359-49C4-9A55-0F068B8248B1}" type="pres">
      <dgm:prSet presAssocID="{1CB96A32-61B3-437D-A63A-B1FF60B01EEC}" presName="Name0" presStyleCnt="0">
        <dgm:presLayoutVars>
          <dgm:dir/>
          <dgm:animLvl val="lvl"/>
          <dgm:resizeHandles val="exact"/>
        </dgm:presLayoutVars>
      </dgm:prSet>
      <dgm:spPr/>
    </dgm:pt>
    <dgm:pt modelId="{F9B0777A-AF62-4921-B294-28A19F328817}" type="pres">
      <dgm:prSet presAssocID="{B8936414-F4C6-4122-A9B3-D14D38DBE59E}" presName="boxAndChildren" presStyleCnt="0"/>
      <dgm:spPr/>
    </dgm:pt>
    <dgm:pt modelId="{4D657A3C-61DA-40A6-B805-26269B337928}" type="pres">
      <dgm:prSet presAssocID="{B8936414-F4C6-4122-A9B3-D14D38DBE59E}" presName="parentTextBox" presStyleLbl="node1" presStyleIdx="0" presStyleCnt="3"/>
      <dgm:spPr/>
    </dgm:pt>
    <dgm:pt modelId="{4E964A7B-2B99-4D4F-9310-55C028818991}" type="pres">
      <dgm:prSet presAssocID="{272A3301-D2FE-4FFC-9FB3-8FD4291A1134}" presName="sp" presStyleCnt="0"/>
      <dgm:spPr/>
    </dgm:pt>
    <dgm:pt modelId="{DA7FC6C7-316E-44CC-A1C1-AF92E481D565}" type="pres">
      <dgm:prSet presAssocID="{F35C3DB8-DF53-4354-87D0-410C01B03AB3}" presName="arrowAndChildren" presStyleCnt="0"/>
      <dgm:spPr/>
    </dgm:pt>
    <dgm:pt modelId="{44A62853-6E3F-4134-8073-1B0F23CD2FA3}" type="pres">
      <dgm:prSet presAssocID="{F35C3DB8-DF53-4354-87D0-410C01B03AB3}" presName="parentTextArrow" presStyleLbl="node1" presStyleIdx="1" presStyleCnt="3"/>
      <dgm:spPr/>
    </dgm:pt>
    <dgm:pt modelId="{0E54DB07-6057-41B0-AD92-CD0D93C5250A}" type="pres">
      <dgm:prSet presAssocID="{ED15A7EB-08E3-4E02-8602-D5F55F7C6EF2}" presName="sp" presStyleCnt="0"/>
      <dgm:spPr/>
    </dgm:pt>
    <dgm:pt modelId="{462B3FA1-DD27-4CD5-88F4-55BDD776CA33}" type="pres">
      <dgm:prSet presAssocID="{5EA59B92-0689-4D18-8F56-26CCB3CC5348}" presName="arrowAndChildren" presStyleCnt="0"/>
      <dgm:spPr/>
    </dgm:pt>
    <dgm:pt modelId="{202A205D-6D58-40E9-B18C-7B8A6BEFC4F3}" type="pres">
      <dgm:prSet presAssocID="{5EA59B92-0689-4D18-8F56-26CCB3CC5348}" presName="parentTextArrow" presStyleLbl="node1" presStyleIdx="2" presStyleCnt="3"/>
      <dgm:spPr/>
    </dgm:pt>
  </dgm:ptLst>
  <dgm:cxnLst>
    <dgm:cxn modelId="{F4923010-608E-4163-9500-24C9E6F88BDB}" type="presOf" srcId="{1CB96A32-61B3-437D-A63A-B1FF60B01EEC}" destId="{5094B485-D359-49C4-9A55-0F068B8248B1}" srcOrd="0" destOrd="0" presId="urn:microsoft.com/office/officeart/2005/8/layout/process4"/>
    <dgm:cxn modelId="{99C23B1A-0D4E-4417-929D-5AC60991E13B}" type="presOf" srcId="{B8936414-F4C6-4122-A9B3-D14D38DBE59E}" destId="{4D657A3C-61DA-40A6-B805-26269B337928}" srcOrd="0" destOrd="0" presId="urn:microsoft.com/office/officeart/2005/8/layout/process4"/>
    <dgm:cxn modelId="{F256E376-70DF-4464-9809-F89F787E74AC}" srcId="{1CB96A32-61B3-437D-A63A-B1FF60B01EEC}" destId="{B8936414-F4C6-4122-A9B3-D14D38DBE59E}" srcOrd="2" destOrd="0" parTransId="{5C4C8F41-CA33-43E1-B2B4-F5B9D0010B18}" sibTransId="{BA129944-696C-4565-8A76-9175CD6D2D92}"/>
    <dgm:cxn modelId="{2C468C98-7C81-4EC8-94AD-93C2889A3895}" srcId="{1CB96A32-61B3-437D-A63A-B1FF60B01EEC}" destId="{F35C3DB8-DF53-4354-87D0-410C01B03AB3}" srcOrd="1" destOrd="0" parTransId="{5068BF18-F10A-45EB-8BAA-D6F671ED912D}" sibTransId="{272A3301-D2FE-4FFC-9FB3-8FD4291A1134}"/>
    <dgm:cxn modelId="{F07CF8AF-A29C-4B09-9813-0B7532F42CB1}" srcId="{1CB96A32-61B3-437D-A63A-B1FF60B01EEC}" destId="{5EA59B92-0689-4D18-8F56-26CCB3CC5348}" srcOrd="0" destOrd="0" parTransId="{5432CF25-74FA-45A8-9FFF-9C8B76F9D68F}" sibTransId="{ED15A7EB-08E3-4E02-8602-D5F55F7C6EF2}"/>
    <dgm:cxn modelId="{37EA06BE-4F02-421D-AE99-63B8CF61D947}" type="presOf" srcId="{F35C3DB8-DF53-4354-87D0-410C01B03AB3}" destId="{44A62853-6E3F-4134-8073-1B0F23CD2FA3}" srcOrd="0" destOrd="0" presId="urn:microsoft.com/office/officeart/2005/8/layout/process4"/>
    <dgm:cxn modelId="{4A3DC6FA-D734-4CC4-9F08-913309F530D1}" type="presOf" srcId="{5EA59B92-0689-4D18-8F56-26CCB3CC5348}" destId="{202A205D-6D58-40E9-B18C-7B8A6BEFC4F3}" srcOrd="0" destOrd="0" presId="urn:microsoft.com/office/officeart/2005/8/layout/process4"/>
    <dgm:cxn modelId="{48926A73-00C0-4629-9A68-0F2FE1990189}" type="presParOf" srcId="{5094B485-D359-49C4-9A55-0F068B8248B1}" destId="{F9B0777A-AF62-4921-B294-28A19F328817}" srcOrd="0" destOrd="0" presId="urn:microsoft.com/office/officeart/2005/8/layout/process4"/>
    <dgm:cxn modelId="{C09735B3-95FE-494C-9872-1904B6AC8F3C}" type="presParOf" srcId="{F9B0777A-AF62-4921-B294-28A19F328817}" destId="{4D657A3C-61DA-40A6-B805-26269B337928}" srcOrd="0" destOrd="0" presId="urn:microsoft.com/office/officeart/2005/8/layout/process4"/>
    <dgm:cxn modelId="{F983026F-694C-4B85-B146-B4493C100D68}" type="presParOf" srcId="{5094B485-D359-49C4-9A55-0F068B8248B1}" destId="{4E964A7B-2B99-4D4F-9310-55C028818991}" srcOrd="1" destOrd="0" presId="urn:microsoft.com/office/officeart/2005/8/layout/process4"/>
    <dgm:cxn modelId="{2F06E69F-343C-4B3E-8E47-E2D40E3D8109}" type="presParOf" srcId="{5094B485-D359-49C4-9A55-0F068B8248B1}" destId="{DA7FC6C7-316E-44CC-A1C1-AF92E481D565}" srcOrd="2" destOrd="0" presId="urn:microsoft.com/office/officeart/2005/8/layout/process4"/>
    <dgm:cxn modelId="{67EB2D82-4E6A-4274-9271-04A00E1E9A8A}" type="presParOf" srcId="{DA7FC6C7-316E-44CC-A1C1-AF92E481D565}" destId="{44A62853-6E3F-4134-8073-1B0F23CD2FA3}" srcOrd="0" destOrd="0" presId="urn:microsoft.com/office/officeart/2005/8/layout/process4"/>
    <dgm:cxn modelId="{D1C0C9C3-AE8B-4DD6-8AE3-B1A811C144D5}" type="presParOf" srcId="{5094B485-D359-49C4-9A55-0F068B8248B1}" destId="{0E54DB07-6057-41B0-AD92-CD0D93C5250A}" srcOrd="3" destOrd="0" presId="urn:microsoft.com/office/officeart/2005/8/layout/process4"/>
    <dgm:cxn modelId="{CDC84584-6419-43A1-A1CB-C0CA337B415C}" type="presParOf" srcId="{5094B485-D359-49C4-9A55-0F068B8248B1}" destId="{462B3FA1-DD27-4CD5-88F4-55BDD776CA33}" srcOrd="4" destOrd="0" presId="urn:microsoft.com/office/officeart/2005/8/layout/process4"/>
    <dgm:cxn modelId="{8A1ED26B-1BCD-47EA-BAC0-47595BDFA544}" type="presParOf" srcId="{462B3FA1-DD27-4CD5-88F4-55BDD776CA33}" destId="{202A205D-6D58-40E9-B18C-7B8A6BEFC4F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6E4A9B-53F5-433E-96D6-6A6E09F2C3C1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7F302C-FEE8-4DA2-91F2-32E5ADE393E6}">
      <dgm:prSet/>
      <dgm:spPr/>
      <dgm:t>
        <a:bodyPr/>
        <a:lstStyle/>
        <a:p>
          <a:r>
            <a:rPr lang="en-US"/>
            <a:t>Avg delivery time per route</a:t>
          </a:r>
        </a:p>
      </dgm:t>
    </dgm:pt>
    <dgm:pt modelId="{5308A04F-1D96-470A-A1D3-000F4A68354C}" type="parTrans" cxnId="{E2658E51-F561-46B5-A9D9-3A48702B1AE8}">
      <dgm:prSet/>
      <dgm:spPr/>
      <dgm:t>
        <a:bodyPr/>
        <a:lstStyle/>
        <a:p>
          <a:endParaRPr lang="en-US"/>
        </a:p>
      </dgm:t>
    </dgm:pt>
    <dgm:pt modelId="{9252A2B5-2729-4112-AB57-2EFE5492B797}" type="sibTrans" cxnId="{E2658E51-F561-46B5-A9D9-3A48702B1AE8}">
      <dgm:prSet/>
      <dgm:spPr/>
      <dgm:t>
        <a:bodyPr/>
        <a:lstStyle/>
        <a:p>
          <a:endParaRPr lang="en-US"/>
        </a:p>
      </dgm:t>
    </dgm:pt>
    <dgm:pt modelId="{E5155421-0335-4840-A526-E331F3DD6E43}">
      <dgm:prSet/>
      <dgm:spPr/>
      <dgm:t>
        <a:bodyPr/>
        <a:lstStyle/>
        <a:p>
          <a:r>
            <a:rPr lang="en-US"/>
            <a:t>Traffic delay &amp; efficiency ratio</a:t>
          </a:r>
        </a:p>
      </dgm:t>
    </dgm:pt>
    <dgm:pt modelId="{1A7902FF-49BE-466F-8F33-799AD670BBB4}" type="parTrans" cxnId="{8DD9D608-3911-4156-ACB8-7A72A5E4C9D5}">
      <dgm:prSet/>
      <dgm:spPr/>
      <dgm:t>
        <a:bodyPr/>
        <a:lstStyle/>
        <a:p>
          <a:endParaRPr lang="en-US"/>
        </a:p>
      </dgm:t>
    </dgm:pt>
    <dgm:pt modelId="{B9B14A18-74B2-44A6-843D-BF5E5A591045}" type="sibTrans" cxnId="{8DD9D608-3911-4156-ACB8-7A72A5E4C9D5}">
      <dgm:prSet/>
      <dgm:spPr/>
      <dgm:t>
        <a:bodyPr/>
        <a:lstStyle/>
        <a:p>
          <a:endParaRPr lang="en-US"/>
        </a:p>
      </dgm:t>
    </dgm:pt>
    <dgm:pt modelId="{0F7FBDEC-7009-4B9D-B765-EB04B6BC6D08}">
      <dgm:prSet/>
      <dgm:spPr/>
      <dgm:t>
        <a:bodyPr/>
        <a:lstStyle/>
        <a:p>
          <a:r>
            <a:rPr lang="en-US"/>
            <a:t>Routes with &gt;20% delays</a:t>
          </a:r>
        </a:p>
      </dgm:t>
    </dgm:pt>
    <dgm:pt modelId="{A8201257-6ECC-4EF6-AA87-3700177A1A54}" type="parTrans" cxnId="{C13FBB35-318B-4B5A-B9A4-162CAB747355}">
      <dgm:prSet/>
      <dgm:spPr/>
      <dgm:t>
        <a:bodyPr/>
        <a:lstStyle/>
        <a:p>
          <a:endParaRPr lang="en-US"/>
        </a:p>
      </dgm:t>
    </dgm:pt>
    <dgm:pt modelId="{1CC2EF2D-C556-443F-8CE9-4F356C713203}" type="sibTrans" cxnId="{C13FBB35-318B-4B5A-B9A4-162CAB747355}">
      <dgm:prSet/>
      <dgm:spPr/>
      <dgm:t>
        <a:bodyPr/>
        <a:lstStyle/>
        <a:p>
          <a:endParaRPr lang="en-US"/>
        </a:p>
      </dgm:t>
    </dgm:pt>
    <dgm:pt modelId="{7BCD1B87-CD3B-4DB8-8C24-AFEFAA9DAFB7}">
      <dgm:prSet/>
      <dgm:spPr/>
      <dgm:t>
        <a:bodyPr/>
        <a:lstStyle/>
        <a:p>
          <a:r>
            <a:rPr lang="en-US"/>
            <a:t>Optimization recommendations</a:t>
          </a:r>
        </a:p>
      </dgm:t>
    </dgm:pt>
    <dgm:pt modelId="{3843C8A3-7D10-48FE-A5B2-CAD0D2CEE2B9}" type="parTrans" cxnId="{2416674F-A74A-462E-B914-99A51040C309}">
      <dgm:prSet/>
      <dgm:spPr/>
      <dgm:t>
        <a:bodyPr/>
        <a:lstStyle/>
        <a:p>
          <a:endParaRPr lang="en-US"/>
        </a:p>
      </dgm:t>
    </dgm:pt>
    <dgm:pt modelId="{E2511C4C-8B86-4F5F-9902-B7BFA006A350}" type="sibTrans" cxnId="{2416674F-A74A-462E-B914-99A51040C309}">
      <dgm:prSet/>
      <dgm:spPr/>
      <dgm:t>
        <a:bodyPr/>
        <a:lstStyle/>
        <a:p>
          <a:endParaRPr lang="en-US"/>
        </a:p>
      </dgm:t>
    </dgm:pt>
    <dgm:pt modelId="{8E5F3EA9-EE61-465A-8D97-83FF096E700C}" type="pres">
      <dgm:prSet presAssocID="{236E4A9B-53F5-433E-96D6-6A6E09F2C3C1}" presName="diagram" presStyleCnt="0">
        <dgm:presLayoutVars>
          <dgm:dir/>
          <dgm:resizeHandles val="exact"/>
        </dgm:presLayoutVars>
      </dgm:prSet>
      <dgm:spPr/>
    </dgm:pt>
    <dgm:pt modelId="{A66F3F4F-07E4-40C7-A91E-8998395FDE9B}" type="pres">
      <dgm:prSet presAssocID="{227F302C-FEE8-4DA2-91F2-32E5ADE393E6}" presName="node" presStyleLbl="node1" presStyleIdx="0" presStyleCnt="4">
        <dgm:presLayoutVars>
          <dgm:bulletEnabled val="1"/>
        </dgm:presLayoutVars>
      </dgm:prSet>
      <dgm:spPr/>
    </dgm:pt>
    <dgm:pt modelId="{8B0D4FE1-91F7-4213-9B83-7D77430BB924}" type="pres">
      <dgm:prSet presAssocID="{9252A2B5-2729-4112-AB57-2EFE5492B797}" presName="sibTrans" presStyleLbl="sibTrans2D1" presStyleIdx="0" presStyleCnt="3"/>
      <dgm:spPr/>
    </dgm:pt>
    <dgm:pt modelId="{D773A826-F2E8-4375-AB67-48BBD3D1BEA6}" type="pres">
      <dgm:prSet presAssocID="{9252A2B5-2729-4112-AB57-2EFE5492B797}" presName="connectorText" presStyleLbl="sibTrans2D1" presStyleIdx="0" presStyleCnt="3"/>
      <dgm:spPr/>
    </dgm:pt>
    <dgm:pt modelId="{BE0D353D-25F0-4B48-94B1-A566DD603D33}" type="pres">
      <dgm:prSet presAssocID="{E5155421-0335-4840-A526-E331F3DD6E43}" presName="node" presStyleLbl="node1" presStyleIdx="1" presStyleCnt="4">
        <dgm:presLayoutVars>
          <dgm:bulletEnabled val="1"/>
        </dgm:presLayoutVars>
      </dgm:prSet>
      <dgm:spPr/>
    </dgm:pt>
    <dgm:pt modelId="{A11EA65D-218F-4607-883B-DC5D0E7A9F24}" type="pres">
      <dgm:prSet presAssocID="{B9B14A18-74B2-44A6-843D-BF5E5A591045}" presName="sibTrans" presStyleLbl="sibTrans2D1" presStyleIdx="1" presStyleCnt="3"/>
      <dgm:spPr/>
    </dgm:pt>
    <dgm:pt modelId="{19E38F02-3393-4E81-945C-16AC8E47B27B}" type="pres">
      <dgm:prSet presAssocID="{B9B14A18-74B2-44A6-843D-BF5E5A591045}" presName="connectorText" presStyleLbl="sibTrans2D1" presStyleIdx="1" presStyleCnt="3"/>
      <dgm:spPr/>
    </dgm:pt>
    <dgm:pt modelId="{B55580EF-C5DE-4887-9AE6-0CCCD98D09E2}" type="pres">
      <dgm:prSet presAssocID="{0F7FBDEC-7009-4B9D-B765-EB04B6BC6D08}" presName="node" presStyleLbl="node1" presStyleIdx="2" presStyleCnt="4">
        <dgm:presLayoutVars>
          <dgm:bulletEnabled val="1"/>
        </dgm:presLayoutVars>
      </dgm:prSet>
      <dgm:spPr/>
    </dgm:pt>
    <dgm:pt modelId="{86C00EA6-DD80-4F41-8EC1-204FB599A768}" type="pres">
      <dgm:prSet presAssocID="{1CC2EF2D-C556-443F-8CE9-4F356C713203}" presName="sibTrans" presStyleLbl="sibTrans2D1" presStyleIdx="2" presStyleCnt="3"/>
      <dgm:spPr/>
    </dgm:pt>
    <dgm:pt modelId="{FF6DC2CF-E209-486B-A760-966FDEEDBA87}" type="pres">
      <dgm:prSet presAssocID="{1CC2EF2D-C556-443F-8CE9-4F356C713203}" presName="connectorText" presStyleLbl="sibTrans2D1" presStyleIdx="2" presStyleCnt="3"/>
      <dgm:spPr/>
    </dgm:pt>
    <dgm:pt modelId="{6E642191-94DB-4D80-934E-FC9002D79E17}" type="pres">
      <dgm:prSet presAssocID="{7BCD1B87-CD3B-4DB8-8C24-AFEFAA9DAFB7}" presName="node" presStyleLbl="node1" presStyleIdx="3" presStyleCnt="4">
        <dgm:presLayoutVars>
          <dgm:bulletEnabled val="1"/>
        </dgm:presLayoutVars>
      </dgm:prSet>
      <dgm:spPr/>
    </dgm:pt>
  </dgm:ptLst>
  <dgm:cxnLst>
    <dgm:cxn modelId="{8DD9D608-3911-4156-ACB8-7A72A5E4C9D5}" srcId="{236E4A9B-53F5-433E-96D6-6A6E09F2C3C1}" destId="{E5155421-0335-4840-A526-E331F3DD6E43}" srcOrd="1" destOrd="0" parTransId="{1A7902FF-49BE-466F-8F33-799AD670BBB4}" sibTransId="{B9B14A18-74B2-44A6-843D-BF5E5A591045}"/>
    <dgm:cxn modelId="{84F6FF0C-CC04-4A85-81CB-815071974C66}" type="presOf" srcId="{9252A2B5-2729-4112-AB57-2EFE5492B797}" destId="{8B0D4FE1-91F7-4213-9B83-7D77430BB924}" srcOrd="0" destOrd="0" presId="urn:microsoft.com/office/officeart/2005/8/layout/process5"/>
    <dgm:cxn modelId="{0F2CD220-5989-495F-BB9A-ACCBBC9C0EB1}" type="presOf" srcId="{B9B14A18-74B2-44A6-843D-BF5E5A591045}" destId="{A11EA65D-218F-4607-883B-DC5D0E7A9F24}" srcOrd="0" destOrd="0" presId="urn:microsoft.com/office/officeart/2005/8/layout/process5"/>
    <dgm:cxn modelId="{7AF41B2A-DFA1-4421-8F3B-4E7C7AF323A6}" type="presOf" srcId="{B9B14A18-74B2-44A6-843D-BF5E5A591045}" destId="{19E38F02-3393-4E81-945C-16AC8E47B27B}" srcOrd="1" destOrd="0" presId="urn:microsoft.com/office/officeart/2005/8/layout/process5"/>
    <dgm:cxn modelId="{A4B20C2D-9578-49B0-A50D-0C3896823E67}" type="presOf" srcId="{E5155421-0335-4840-A526-E331F3DD6E43}" destId="{BE0D353D-25F0-4B48-94B1-A566DD603D33}" srcOrd="0" destOrd="0" presId="urn:microsoft.com/office/officeart/2005/8/layout/process5"/>
    <dgm:cxn modelId="{C13FBB35-318B-4B5A-B9A4-162CAB747355}" srcId="{236E4A9B-53F5-433E-96D6-6A6E09F2C3C1}" destId="{0F7FBDEC-7009-4B9D-B765-EB04B6BC6D08}" srcOrd="2" destOrd="0" parTransId="{A8201257-6ECC-4EF6-AA87-3700177A1A54}" sibTransId="{1CC2EF2D-C556-443F-8CE9-4F356C713203}"/>
    <dgm:cxn modelId="{2416674F-A74A-462E-B914-99A51040C309}" srcId="{236E4A9B-53F5-433E-96D6-6A6E09F2C3C1}" destId="{7BCD1B87-CD3B-4DB8-8C24-AFEFAA9DAFB7}" srcOrd="3" destOrd="0" parTransId="{3843C8A3-7D10-48FE-A5B2-CAD0D2CEE2B9}" sibTransId="{E2511C4C-8B86-4F5F-9902-B7BFA006A350}"/>
    <dgm:cxn modelId="{C64C1F70-216A-4610-AE20-2AC7C27497F3}" type="presOf" srcId="{9252A2B5-2729-4112-AB57-2EFE5492B797}" destId="{D773A826-F2E8-4375-AB67-48BBD3D1BEA6}" srcOrd="1" destOrd="0" presId="urn:microsoft.com/office/officeart/2005/8/layout/process5"/>
    <dgm:cxn modelId="{6F092150-8A1C-49B0-AE88-59C200819A45}" type="presOf" srcId="{1CC2EF2D-C556-443F-8CE9-4F356C713203}" destId="{FF6DC2CF-E209-486B-A760-966FDEEDBA87}" srcOrd="1" destOrd="0" presId="urn:microsoft.com/office/officeart/2005/8/layout/process5"/>
    <dgm:cxn modelId="{E2658E51-F561-46B5-A9D9-3A48702B1AE8}" srcId="{236E4A9B-53F5-433E-96D6-6A6E09F2C3C1}" destId="{227F302C-FEE8-4DA2-91F2-32E5ADE393E6}" srcOrd="0" destOrd="0" parTransId="{5308A04F-1D96-470A-A1D3-000F4A68354C}" sibTransId="{9252A2B5-2729-4112-AB57-2EFE5492B797}"/>
    <dgm:cxn modelId="{A037BA5A-318E-488A-B743-3CD6C0FDA955}" type="presOf" srcId="{236E4A9B-53F5-433E-96D6-6A6E09F2C3C1}" destId="{8E5F3EA9-EE61-465A-8D97-83FF096E700C}" srcOrd="0" destOrd="0" presId="urn:microsoft.com/office/officeart/2005/8/layout/process5"/>
    <dgm:cxn modelId="{8F3148C3-0A10-449B-B6C0-8646BE7065CB}" type="presOf" srcId="{0F7FBDEC-7009-4B9D-B765-EB04B6BC6D08}" destId="{B55580EF-C5DE-4887-9AE6-0CCCD98D09E2}" srcOrd="0" destOrd="0" presId="urn:microsoft.com/office/officeart/2005/8/layout/process5"/>
    <dgm:cxn modelId="{809D61CF-63C7-47AC-8CF8-03A9B447449F}" type="presOf" srcId="{1CC2EF2D-C556-443F-8CE9-4F356C713203}" destId="{86C00EA6-DD80-4F41-8EC1-204FB599A768}" srcOrd="0" destOrd="0" presId="urn:microsoft.com/office/officeart/2005/8/layout/process5"/>
    <dgm:cxn modelId="{D322FFE9-722A-4D10-9513-364A0F344640}" type="presOf" srcId="{227F302C-FEE8-4DA2-91F2-32E5ADE393E6}" destId="{A66F3F4F-07E4-40C7-A91E-8998395FDE9B}" srcOrd="0" destOrd="0" presId="urn:microsoft.com/office/officeart/2005/8/layout/process5"/>
    <dgm:cxn modelId="{0B51BAFE-4629-47DC-8A20-A35E48D14F22}" type="presOf" srcId="{7BCD1B87-CD3B-4DB8-8C24-AFEFAA9DAFB7}" destId="{6E642191-94DB-4D80-934E-FC9002D79E17}" srcOrd="0" destOrd="0" presId="urn:microsoft.com/office/officeart/2005/8/layout/process5"/>
    <dgm:cxn modelId="{8386C1E6-321E-4BFD-B93A-71B0F9095BDE}" type="presParOf" srcId="{8E5F3EA9-EE61-465A-8D97-83FF096E700C}" destId="{A66F3F4F-07E4-40C7-A91E-8998395FDE9B}" srcOrd="0" destOrd="0" presId="urn:microsoft.com/office/officeart/2005/8/layout/process5"/>
    <dgm:cxn modelId="{6389B8CE-2258-4B68-9500-B6B467F5C5E5}" type="presParOf" srcId="{8E5F3EA9-EE61-465A-8D97-83FF096E700C}" destId="{8B0D4FE1-91F7-4213-9B83-7D77430BB924}" srcOrd="1" destOrd="0" presId="urn:microsoft.com/office/officeart/2005/8/layout/process5"/>
    <dgm:cxn modelId="{DEEAD4A2-1CBD-4135-AA50-E31D81B65AC0}" type="presParOf" srcId="{8B0D4FE1-91F7-4213-9B83-7D77430BB924}" destId="{D773A826-F2E8-4375-AB67-48BBD3D1BEA6}" srcOrd="0" destOrd="0" presId="urn:microsoft.com/office/officeart/2005/8/layout/process5"/>
    <dgm:cxn modelId="{39331395-9E64-48E7-91F8-0A0DF05E07D7}" type="presParOf" srcId="{8E5F3EA9-EE61-465A-8D97-83FF096E700C}" destId="{BE0D353D-25F0-4B48-94B1-A566DD603D33}" srcOrd="2" destOrd="0" presId="urn:microsoft.com/office/officeart/2005/8/layout/process5"/>
    <dgm:cxn modelId="{3E4F6747-9078-4871-9B4E-B618D522D080}" type="presParOf" srcId="{8E5F3EA9-EE61-465A-8D97-83FF096E700C}" destId="{A11EA65D-218F-4607-883B-DC5D0E7A9F24}" srcOrd="3" destOrd="0" presId="urn:microsoft.com/office/officeart/2005/8/layout/process5"/>
    <dgm:cxn modelId="{4D032462-114F-4ED9-ACB8-F2F4C773F108}" type="presParOf" srcId="{A11EA65D-218F-4607-883B-DC5D0E7A9F24}" destId="{19E38F02-3393-4E81-945C-16AC8E47B27B}" srcOrd="0" destOrd="0" presId="urn:microsoft.com/office/officeart/2005/8/layout/process5"/>
    <dgm:cxn modelId="{FE0050B0-DACA-4217-94A6-F8B7C5F5FA91}" type="presParOf" srcId="{8E5F3EA9-EE61-465A-8D97-83FF096E700C}" destId="{B55580EF-C5DE-4887-9AE6-0CCCD98D09E2}" srcOrd="4" destOrd="0" presId="urn:microsoft.com/office/officeart/2005/8/layout/process5"/>
    <dgm:cxn modelId="{EE6DB838-3020-49FB-995E-FCD4C89B2E72}" type="presParOf" srcId="{8E5F3EA9-EE61-465A-8D97-83FF096E700C}" destId="{86C00EA6-DD80-4F41-8EC1-204FB599A768}" srcOrd="5" destOrd="0" presId="urn:microsoft.com/office/officeart/2005/8/layout/process5"/>
    <dgm:cxn modelId="{CF29ADD4-26D1-44E7-ADD4-10B06283B874}" type="presParOf" srcId="{86C00EA6-DD80-4F41-8EC1-204FB599A768}" destId="{FF6DC2CF-E209-486B-A760-966FDEEDBA87}" srcOrd="0" destOrd="0" presId="urn:microsoft.com/office/officeart/2005/8/layout/process5"/>
    <dgm:cxn modelId="{F99A0F80-E1EF-4971-ABF3-3661B97C9ADA}" type="presParOf" srcId="{8E5F3EA9-EE61-465A-8D97-83FF096E700C}" destId="{6E642191-94DB-4D80-934E-FC9002D79E17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E24077-8E94-45D8-9042-1494C91DDE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AEE90C-2FD4-4747-A58B-98383A4D62A4}">
      <dgm:prSet/>
      <dgm:spPr/>
      <dgm:t>
        <a:bodyPr/>
        <a:lstStyle/>
        <a:p>
          <a:r>
            <a:rPr lang="en-US"/>
            <a:t>Routes with high average delays, poor efficiency ratios, </a:t>
          </a:r>
        </a:p>
      </dgm:t>
    </dgm:pt>
    <dgm:pt modelId="{F062E0D6-8FE4-4972-88F8-BCD1B243A6BC}" type="parTrans" cxnId="{D1A14CDA-E2DB-4525-858F-4ABAEC6B22EE}">
      <dgm:prSet/>
      <dgm:spPr/>
      <dgm:t>
        <a:bodyPr/>
        <a:lstStyle/>
        <a:p>
          <a:endParaRPr lang="en-US"/>
        </a:p>
      </dgm:t>
    </dgm:pt>
    <dgm:pt modelId="{46746401-59D2-4F23-B0F0-F48654551FD5}" type="sibTrans" cxnId="{D1A14CDA-E2DB-4525-858F-4ABAEC6B22EE}">
      <dgm:prSet/>
      <dgm:spPr/>
      <dgm:t>
        <a:bodyPr/>
        <a:lstStyle/>
        <a:p>
          <a:endParaRPr lang="en-US"/>
        </a:p>
      </dgm:t>
    </dgm:pt>
    <dgm:pt modelId="{CE275B88-973D-4B95-A48F-0F83F7E91E77}">
      <dgm:prSet/>
      <dgm:spPr/>
      <dgm:t>
        <a:bodyPr/>
        <a:lstStyle/>
        <a:p>
          <a:r>
            <a:rPr lang="en-US"/>
            <a:t>and more than 20% delayed deliveries were identified as optimization candidates. </a:t>
          </a:r>
        </a:p>
      </dgm:t>
    </dgm:pt>
    <dgm:pt modelId="{65E84DC6-A80F-4A1A-B399-2AD98761E8EF}" type="parTrans" cxnId="{BD6D8D43-CB11-473E-BB02-274086F5D8A8}">
      <dgm:prSet/>
      <dgm:spPr/>
      <dgm:t>
        <a:bodyPr/>
        <a:lstStyle/>
        <a:p>
          <a:endParaRPr lang="en-US"/>
        </a:p>
      </dgm:t>
    </dgm:pt>
    <dgm:pt modelId="{E6AB8336-E741-4A0E-9D55-A3FD8222371B}" type="sibTrans" cxnId="{BD6D8D43-CB11-473E-BB02-274086F5D8A8}">
      <dgm:prSet/>
      <dgm:spPr/>
      <dgm:t>
        <a:bodyPr/>
        <a:lstStyle/>
        <a:p>
          <a:endParaRPr lang="en-US"/>
        </a:p>
      </dgm:t>
    </dgm:pt>
    <dgm:pt modelId="{67FD664F-00E9-417F-90C8-66C19EE4F711}">
      <dgm:prSet/>
      <dgm:spPr/>
      <dgm:t>
        <a:bodyPr/>
        <a:lstStyle/>
        <a:p>
          <a:r>
            <a:rPr lang="en-US"/>
            <a:t>Recommendations include route redesign, traffic-aware scheduling, </a:t>
          </a:r>
        </a:p>
      </dgm:t>
    </dgm:pt>
    <dgm:pt modelId="{B2EDB385-EE2A-4E64-8F97-168940BB69E8}" type="parTrans" cxnId="{79457F13-E0B7-424D-B9A7-641E848C297A}">
      <dgm:prSet/>
      <dgm:spPr/>
      <dgm:t>
        <a:bodyPr/>
        <a:lstStyle/>
        <a:p>
          <a:endParaRPr lang="en-US"/>
        </a:p>
      </dgm:t>
    </dgm:pt>
    <dgm:pt modelId="{2B98E2ED-60C8-4BCB-85AC-8C9EB1B66E24}" type="sibTrans" cxnId="{79457F13-E0B7-424D-B9A7-641E848C297A}">
      <dgm:prSet/>
      <dgm:spPr/>
      <dgm:t>
        <a:bodyPr/>
        <a:lstStyle/>
        <a:p>
          <a:endParaRPr lang="en-US"/>
        </a:p>
      </dgm:t>
    </dgm:pt>
    <dgm:pt modelId="{A7E1F7B4-9229-4557-83A5-BBD61B0905BC}">
      <dgm:prSet/>
      <dgm:spPr/>
      <dgm:t>
        <a:bodyPr/>
        <a:lstStyle/>
        <a:p>
          <a:r>
            <a:rPr lang="en-US"/>
            <a:t>improved agent allocation, and dynamic delivery planning.</a:t>
          </a:r>
        </a:p>
      </dgm:t>
    </dgm:pt>
    <dgm:pt modelId="{A7E8672B-7C75-46F4-A53E-1B58543D7C70}" type="parTrans" cxnId="{D4026DAE-DAAA-4DAE-BF2F-1CB818FA6172}">
      <dgm:prSet/>
      <dgm:spPr/>
      <dgm:t>
        <a:bodyPr/>
        <a:lstStyle/>
        <a:p>
          <a:endParaRPr lang="en-US"/>
        </a:p>
      </dgm:t>
    </dgm:pt>
    <dgm:pt modelId="{1D196CBB-8502-47A4-8F38-598F7F264DB5}" type="sibTrans" cxnId="{D4026DAE-DAAA-4DAE-BF2F-1CB818FA6172}">
      <dgm:prSet/>
      <dgm:spPr/>
      <dgm:t>
        <a:bodyPr/>
        <a:lstStyle/>
        <a:p>
          <a:endParaRPr lang="en-US"/>
        </a:p>
      </dgm:t>
    </dgm:pt>
    <dgm:pt modelId="{BE394CA6-4582-4659-8203-65B85E146C81}" type="pres">
      <dgm:prSet presAssocID="{A7E24077-8E94-45D8-9042-1494C91DDE5D}" presName="root" presStyleCnt="0">
        <dgm:presLayoutVars>
          <dgm:dir/>
          <dgm:resizeHandles val="exact"/>
        </dgm:presLayoutVars>
      </dgm:prSet>
      <dgm:spPr/>
    </dgm:pt>
    <dgm:pt modelId="{7D4969DA-2C0A-4FFF-A976-6ADE2DA1B63C}" type="pres">
      <dgm:prSet presAssocID="{1BAEE90C-2FD4-4747-A58B-98383A4D62A4}" presName="compNode" presStyleCnt="0"/>
      <dgm:spPr/>
    </dgm:pt>
    <dgm:pt modelId="{BBF030D1-F46F-42A2-A02E-B4530C9778FD}" type="pres">
      <dgm:prSet presAssocID="{1BAEE90C-2FD4-4747-A58B-98383A4D62A4}" presName="bgRect" presStyleLbl="bgShp" presStyleIdx="0" presStyleCnt="4"/>
      <dgm:spPr/>
    </dgm:pt>
    <dgm:pt modelId="{2D620C31-F39C-485C-A4B6-C7C6EC89B95A}" type="pres">
      <dgm:prSet presAssocID="{1BAEE90C-2FD4-4747-A58B-98383A4D62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BA7C3E8D-B17B-4FD5-AE6F-519A0221E129}" type="pres">
      <dgm:prSet presAssocID="{1BAEE90C-2FD4-4747-A58B-98383A4D62A4}" presName="spaceRect" presStyleCnt="0"/>
      <dgm:spPr/>
    </dgm:pt>
    <dgm:pt modelId="{FA57072C-9DA6-4605-B19C-2E10F612CA3F}" type="pres">
      <dgm:prSet presAssocID="{1BAEE90C-2FD4-4747-A58B-98383A4D62A4}" presName="parTx" presStyleLbl="revTx" presStyleIdx="0" presStyleCnt="4">
        <dgm:presLayoutVars>
          <dgm:chMax val="0"/>
          <dgm:chPref val="0"/>
        </dgm:presLayoutVars>
      </dgm:prSet>
      <dgm:spPr/>
    </dgm:pt>
    <dgm:pt modelId="{B7E753AA-A357-4E0A-A1B4-90C482F4609C}" type="pres">
      <dgm:prSet presAssocID="{46746401-59D2-4F23-B0F0-F48654551FD5}" presName="sibTrans" presStyleCnt="0"/>
      <dgm:spPr/>
    </dgm:pt>
    <dgm:pt modelId="{6EEE4C7F-506B-4CD8-9B33-2BBA395144DE}" type="pres">
      <dgm:prSet presAssocID="{CE275B88-973D-4B95-A48F-0F83F7E91E77}" presName="compNode" presStyleCnt="0"/>
      <dgm:spPr/>
    </dgm:pt>
    <dgm:pt modelId="{B9D2C0ED-533B-4107-98F2-FA399053B101}" type="pres">
      <dgm:prSet presAssocID="{CE275B88-973D-4B95-A48F-0F83F7E91E77}" presName="bgRect" presStyleLbl="bgShp" presStyleIdx="1" presStyleCnt="4"/>
      <dgm:spPr/>
    </dgm:pt>
    <dgm:pt modelId="{76C2880C-243A-4E4C-ACB0-6FCEFEC4E67B}" type="pres">
      <dgm:prSet presAssocID="{CE275B88-973D-4B95-A48F-0F83F7E91E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6FC50F5-0DC5-49E5-9004-C09C0A90E380}" type="pres">
      <dgm:prSet presAssocID="{CE275B88-973D-4B95-A48F-0F83F7E91E77}" presName="spaceRect" presStyleCnt="0"/>
      <dgm:spPr/>
    </dgm:pt>
    <dgm:pt modelId="{C40B9E84-3899-48F0-B7B1-BF7176FDA713}" type="pres">
      <dgm:prSet presAssocID="{CE275B88-973D-4B95-A48F-0F83F7E91E77}" presName="parTx" presStyleLbl="revTx" presStyleIdx="1" presStyleCnt="4">
        <dgm:presLayoutVars>
          <dgm:chMax val="0"/>
          <dgm:chPref val="0"/>
        </dgm:presLayoutVars>
      </dgm:prSet>
      <dgm:spPr/>
    </dgm:pt>
    <dgm:pt modelId="{30120291-134D-4281-98B7-0F4E8004A230}" type="pres">
      <dgm:prSet presAssocID="{E6AB8336-E741-4A0E-9D55-A3FD8222371B}" presName="sibTrans" presStyleCnt="0"/>
      <dgm:spPr/>
    </dgm:pt>
    <dgm:pt modelId="{C4870EDD-2F3E-4F17-9232-EBBA183E54FC}" type="pres">
      <dgm:prSet presAssocID="{67FD664F-00E9-417F-90C8-66C19EE4F711}" presName="compNode" presStyleCnt="0"/>
      <dgm:spPr/>
    </dgm:pt>
    <dgm:pt modelId="{96544A3B-967A-4CA6-8499-F3DCC452C423}" type="pres">
      <dgm:prSet presAssocID="{67FD664F-00E9-417F-90C8-66C19EE4F711}" presName="bgRect" presStyleLbl="bgShp" presStyleIdx="2" presStyleCnt="4"/>
      <dgm:spPr/>
    </dgm:pt>
    <dgm:pt modelId="{D1B83F6C-D0C3-46E0-BBEA-B826E7E5C78A}" type="pres">
      <dgm:prSet presAssocID="{67FD664F-00E9-417F-90C8-66C19EE4F7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5A1DB463-D4B3-474C-9E9C-F10A549A8305}" type="pres">
      <dgm:prSet presAssocID="{67FD664F-00E9-417F-90C8-66C19EE4F711}" presName="spaceRect" presStyleCnt="0"/>
      <dgm:spPr/>
    </dgm:pt>
    <dgm:pt modelId="{537F7C70-4113-4EF1-846B-6A2D2F94B204}" type="pres">
      <dgm:prSet presAssocID="{67FD664F-00E9-417F-90C8-66C19EE4F711}" presName="parTx" presStyleLbl="revTx" presStyleIdx="2" presStyleCnt="4">
        <dgm:presLayoutVars>
          <dgm:chMax val="0"/>
          <dgm:chPref val="0"/>
        </dgm:presLayoutVars>
      </dgm:prSet>
      <dgm:spPr/>
    </dgm:pt>
    <dgm:pt modelId="{B8C6460D-B3E5-4D91-9ECC-A98F6BAB3E84}" type="pres">
      <dgm:prSet presAssocID="{2B98E2ED-60C8-4BCB-85AC-8C9EB1B66E24}" presName="sibTrans" presStyleCnt="0"/>
      <dgm:spPr/>
    </dgm:pt>
    <dgm:pt modelId="{04C0E31C-A5CA-44A2-A5B4-24D902C878A2}" type="pres">
      <dgm:prSet presAssocID="{A7E1F7B4-9229-4557-83A5-BBD61B0905BC}" presName="compNode" presStyleCnt="0"/>
      <dgm:spPr/>
    </dgm:pt>
    <dgm:pt modelId="{F2A9697D-17EB-492A-B077-28A7C0BD6022}" type="pres">
      <dgm:prSet presAssocID="{A7E1F7B4-9229-4557-83A5-BBD61B0905BC}" presName="bgRect" presStyleLbl="bgShp" presStyleIdx="3" presStyleCnt="4"/>
      <dgm:spPr/>
    </dgm:pt>
    <dgm:pt modelId="{CF3F8724-743E-4A1E-A838-B708EE40F188}" type="pres">
      <dgm:prSet presAssocID="{A7E1F7B4-9229-4557-83A5-BBD61B0905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78730D94-3207-4C3C-9316-56F52C273136}" type="pres">
      <dgm:prSet presAssocID="{A7E1F7B4-9229-4557-83A5-BBD61B0905BC}" presName="spaceRect" presStyleCnt="0"/>
      <dgm:spPr/>
    </dgm:pt>
    <dgm:pt modelId="{56F673DB-AF21-427C-8CF8-6E722410FD3B}" type="pres">
      <dgm:prSet presAssocID="{A7E1F7B4-9229-4557-83A5-BBD61B0905B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9457F13-E0B7-424D-B9A7-641E848C297A}" srcId="{A7E24077-8E94-45D8-9042-1494C91DDE5D}" destId="{67FD664F-00E9-417F-90C8-66C19EE4F711}" srcOrd="2" destOrd="0" parTransId="{B2EDB385-EE2A-4E64-8F97-168940BB69E8}" sibTransId="{2B98E2ED-60C8-4BCB-85AC-8C9EB1B66E24}"/>
    <dgm:cxn modelId="{BD6D8D43-CB11-473E-BB02-274086F5D8A8}" srcId="{A7E24077-8E94-45D8-9042-1494C91DDE5D}" destId="{CE275B88-973D-4B95-A48F-0F83F7E91E77}" srcOrd="1" destOrd="0" parTransId="{65E84DC6-A80F-4A1A-B399-2AD98761E8EF}" sibTransId="{E6AB8336-E741-4A0E-9D55-A3FD8222371B}"/>
    <dgm:cxn modelId="{909F0069-264E-4098-927E-669A56C5AE41}" type="presOf" srcId="{A7E1F7B4-9229-4557-83A5-BBD61B0905BC}" destId="{56F673DB-AF21-427C-8CF8-6E722410FD3B}" srcOrd="0" destOrd="0" presId="urn:microsoft.com/office/officeart/2018/2/layout/IconVerticalSolidList"/>
    <dgm:cxn modelId="{46621A76-6498-4579-A732-71DDF481B02D}" type="presOf" srcId="{A7E24077-8E94-45D8-9042-1494C91DDE5D}" destId="{BE394CA6-4582-4659-8203-65B85E146C81}" srcOrd="0" destOrd="0" presId="urn:microsoft.com/office/officeart/2018/2/layout/IconVerticalSolidList"/>
    <dgm:cxn modelId="{F9A6A791-B30A-4AE2-A3A3-985639389656}" type="presOf" srcId="{CE275B88-973D-4B95-A48F-0F83F7E91E77}" destId="{C40B9E84-3899-48F0-B7B1-BF7176FDA713}" srcOrd="0" destOrd="0" presId="urn:microsoft.com/office/officeart/2018/2/layout/IconVerticalSolidList"/>
    <dgm:cxn modelId="{D4026DAE-DAAA-4DAE-BF2F-1CB818FA6172}" srcId="{A7E24077-8E94-45D8-9042-1494C91DDE5D}" destId="{A7E1F7B4-9229-4557-83A5-BBD61B0905BC}" srcOrd="3" destOrd="0" parTransId="{A7E8672B-7C75-46F4-A53E-1B58543D7C70}" sibTransId="{1D196CBB-8502-47A4-8F38-598F7F264DB5}"/>
    <dgm:cxn modelId="{D1A14CDA-E2DB-4525-858F-4ABAEC6B22EE}" srcId="{A7E24077-8E94-45D8-9042-1494C91DDE5D}" destId="{1BAEE90C-2FD4-4747-A58B-98383A4D62A4}" srcOrd="0" destOrd="0" parTransId="{F062E0D6-8FE4-4972-88F8-BCD1B243A6BC}" sibTransId="{46746401-59D2-4F23-B0F0-F48654551FD5}"/>
    <dgm:cxn modelId="{00C4BAEE-577B-4660-96F7-FCBE91965C71}" type="presOf" srcId="{1BAEE90C-2FD4-4747-A58B-98383A4D62A4}" destId="{FA57072C-9DA6-4605-B19C-2E10F612CA3F}" srcOrd="0" destOrd="0" presId="urn:microsoft.com/office/officeart/2018/2/layout/IconVerticalSolidList"/>
    <dgm:cxn modelId="{E53FDEEE-CB3B-406C-9D13-081174DC4FA3}" type="presOf" srcId="{67FD664F-00E9-417F-90C8-66C19EE4F711}" destId="{537F7C70-4113-4EF1-846B-6A2D2F94B204}" srcOrd="0" destOrd="0" presId="urn:microsoft.com/office/officeart/2018/2/layout/IconVerticalSolidList"/>
    <dgm:cxn modelId="{25A64358-101B-48A4-A7FC-FB70BDE76202}" type="presParOf" srcId="{BE394CA6-4582-4659-8203-65B85E146C81}" destId="{7D4969DA-2C0A-4FFF-A976-6ADE2DA1B63C}" srcOrd="0" destOrd="0" presId="urn:microsoft.com/office/officeart/2018/2/layout/IconVerticalSolidList"/>
    <dgm:cxn modelId="{F38A87BC-7443-4E84-9E12-27FA0E864361}" type="presParOf" srcId="{7D4969DA-2C0A-4FFF-A976-6ADE2DA1B63C}" destId="{BBF030D1-F46F-42A2-A02E-B4530C9778FD}" srcOrd="0" destOrd="0" presId="urn:microsoft.com/office/officeart/2018/2/layout/IconVerticalSolidList"/>
    <dgm:cxn modelId="{F8D6D4E0-BD01-4007-A7B2-C40862C64458}" type="presParOf" srcId="{7D4969DA-2C0A-4FFF-A976-6ADE2DA1B63C}" destId="{2D620C31-F39C-485C-A4B6-C7C6EC89B95A}" srcOrd="1" destOrd="0" presId="urn:microsoft.com/office/officeart/2018/2/layout/IconVerticalSolidList"/>
    <dgm:cxn modelId="{B7606F14-4D49-4C21-9F95-A9E62FD49012}" type="presParOf" srcId="{7D4969DA-2C0A-4FFF-A976-6ADE2DA1B63C}" destId="{BA7C3E8D-B17B-4FD5-AE6F-519A0221E129}" srcOrd="2" destOrd="0" presId="urn:microsoft.com/office/officeart/2018/2/layout/IconVerticalSolidList"/>
    <dgm:cxn modelId="{3E7987DC-B3A0-4E3E-91FB-9533ECD28CAB}" type="presParOf" srcId="{7D4969DA-2C0A-4FFF-A976-6ADE2DA1B63C}" destId="{FA57072C-9DA6-4605-B19C-2E10F612CA3F}" srcOrd="3" destOrd="0" presId="urn:microsoft.com/office/officeart/2018/2/layout/IconVerticalSolidList"/>
    <dgm:cxn modelId="{3AB11BBF-53DD-4863-9B2E-5374D8B237C7}" type="presParOf" srcId="{BE394CA6-4582-4659-8203-65B85E146C81}" destId="{B7E753AA-A357-4E0A-A1B4-90C482F4609C}" srcOrd="1" destOrd="0" presId="urn:microsoft.com/office/officeart/2018/2/layout/IconVerticalSolidList"/>
    <dgm:cxn modelId="{58307389-2D95-48D7-B642-EE68646C1147}" type="presParOf" srcId="{BE394CA6-4582-4659-8203-65B85E146C81}" destId="{6EEE4C7F-506B-4CD8-9B33-2BBA395144DE}" srcOrd="2" destOrd="0" presId="urn:microsoft.com/office/officeart/2018/2/layout/IconVerticalSolidList"/>
    <dgm:cxn modelId="{22EF2704-72C6-4D8D-9D31-DFBF516A9332}" type="presParOf" srcId="{6EEE4C7F-506B-4CD8-9B33-2BBA395144DE}" destId="{B9D2C0ED-533B-4107-98F2-FA399053B101}" srcOrd="0" destOrd="0" presId="urn:microsoft.com/office/officeart/2018/2/layout/IconVerticalSolidList"/>
    <dgm:cxn modelId="{76E9D79A-033A-49F9-AF2C-96BFD1CA2728}" type="presParOf" srcId="{6EEE4C7F-506B-4CD8-9B33-2BBA395144DE}" destId="{76C2880C-243A-4E4C-ACB0-6FCEFEC4E67B}" srcOrd="1" destOrd="0" presId="urn:microsoft.com/office/officeart/2018/2/layout/IconVerticalSolidList"/>
    <dgm:cxn modelId="{B909BEAE-A2FD-4378-A681-CDC4E9449ED5}" type="presParOf" srcId="{6EEE4C7F-506B-4CD8-9B33-2BBA395144DE}" destId="{36FC50F5-0DC5-49E5-9004-C09C0A90E380}" srcOrd="2" destOrd="0" presId="urn:microsoft.com/office/officeart/2018/2/layout/IconVerticalSolidList"/>
    <dgm:cxn modelId="{CB65D615-033C-4A42-8568-45987FEF534B}" type="presParOf" srcId="{6EEE4C7F-506B-4CD8-9B33-2BBA395144DE}" destId="{C40B9E84-3899-48F0-B7B1-BF7176FDA713}" srcOrd="3" destOrd="0" presId="urn:microsoft.com/office/officeart/2018/2/layout/IconVerticalSolidList"/>
    <dgm:cxn modelId="{A080312B-1E53-4D67-86FF-1DA9514BE736}" type="presParOf" srcId="{BE394CA6-4582-4659-8203-65B85E146C81}" destId="{30120291-134D-4281-98B7-0F4E8004A230}" srcOrd="3" destOrd="0" presId="urn:microsoft.com/office/officeart/2018/2/layout/IconVerticalSolidList"/>
    <dgm:cxn modelId="{C14A0ACE-3D91-4200-B9A6-49B3FF7DA76E}" type="presParOf" srcId="{BE394CA6-4582-4659-8203-65B85E146C81}" destId="{C4870EDD-2F3E-4F17-9232-EBBA183E54FC}" srcOrd="4" destOrd="0" presId="urn:microsoft.com/office/officeart/2018/2/layout/IconVerticalSolidList"/>
    <dgm:cxn modelId="{BA95BD6F-CAD0-4C13-B04D-85A858F0C87E}" type="presParOf" srcId="{C4870EDD-2F3E-4F17-9232-EBBA183E54FC}" destId="{96544A3B-967A-4CA6-8499-F3DCC452C423}" srcOrd="0" destOrd="0" presId="urn:microsoft.com/office/officeart/2018/2/layout/IconVerticalSolidList"/>
    <dgm:cxn modelId="{FA2E07EE-963D-46BB-80D7-8EE68EC44704}" type="presParOf" srcId="{C4870EDD-2F3E-4F17-9232-EBBA183E54FC}" destId="{D1B83F6C-D0C3-46E0-BBEA-B826E7E5C78A}" srcOrd="1" destOrd="0" presId="urn:microsoft.com/office/officeart/2018/2/layout/IconVerticalSolidList"/>
    <dgm:cxn modelId="{8A2261FB-BEDC-47B0-A740-8DB074886658}" type="presParOf" srcId="{C4870EDD-2F3E-4F17-9232-EBBA183E54FC}" destId="{5A1DB463-D4B3-474C-9E9C-F10A549A8305}" srcOrd="2" destOrd="0" presId="urn:microsoft.com/office/officeart/2018/2/layout/IconVerticalSolidList"/>
    <dgm:cxn modelId="{0413FD1C-41C9-4A26-815D-BBA662795AD6}" type="presParOf" srcId="{C4870EDD-2F3E-4F17-9232-EBBA183E54FC}" destId="{537F7C70-4113-4EF1-846B-6A2D2F94B204}" srcOrd="3" destOrd="0" presId="urn:microsoft.com/office/officeart/2018/2/layout/IconVerticalSolidList"/>
    <dgm:cxn modelId="{4048B92B-9651-4715-BADF-951FB8094F57}" type="presParOf" srcId="{BE394CA6-4582-4659-8203-65B85E146C81}" destId="{B8C6460D-B3E5-4D91-9ECC-A98F6BAB3E84}" srcOrd="5" destOrd="0" presId="urn:microsoft.com/office/officeart/2018/2/layout/IconVerticalSolidList"/>
    <dgm:cxn modelId="{BCA47D3E-01C9-432A-989F-94B50E0DFFBD}" type="presParOf" srcId="{BE394CA6-4582-4659-8203-65B85E146C81}" destId="{04C0E31C-A5CA-44A2-A5B4-24D902C878A2}" srcOrd="6" destOrd="0" presId="urn:microsoft.com/office/officeart/2018/2/layout/IconVerticalSolidList"/>
    <dgm:cxn modelId="{206851DD-DEFB-4C4D-BC24-1F54101189D6}" type="presParOf" srcId="{04C0E31C-A5CA-44A2-A5B4-24D902C878A2}" destId="{F2A9697D-17EB-492A-B077-28A7C0BD6022}" srcOrd="0" destOrd="0" presId="urn:microsoft.com/office/officeart/2018/2/layout/IconVerticalSolidList"/>
    <dgm:cxn modelId="{158A176A-EC2E-43AD-A576-F4A82AB9F61B}" type="presParOf" srcId="{04C0E31C-A5CA-44A2-A5B4-24D902C878A2}" destId="{CF3F8724-743E-4A1E-A838-B708EE40F188}" srcOrd="1" destOrd="0" presId="urn:microsoft.com/office/officeart/2018/2/layout/IconVerticalSolidList"/>
    <dgm:cxn modelId="{498E5250-C5B6-433C-8686-D0856F28143D}" type="presParOf" srcId="{04C0E31C-A5CA-44A2-A5B4-24D902C878A2}" destId="{78730D94-3207-4C3C-9316-56F52C273136}" srcOrd="2" destOrd="0" presId="urn:microsoft.com/office/officeart/2018/2/layout/IconVerticalSolidList"/>
    <dgm:cxn modelId="{71019D69-C789-4B7E-8F4E-64666F0ECA8D}" type="presParOf" srcId="{04C0E31C-A5CA-44A2-A5B4-24D902C878A2}" destId="{56F673DB-AF21-427C-8CF8-6E722410FD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348466-2AE3-461E-B782-3C37FD5FB054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DC2628-9951-4510-96EB-303D77BDFE26}">
      <dgm:prSet/>
      <dgm:spPr/>
      <dgm:t>
        <a:bodyPr/>
        <a:lstStyle/>
        <a:p>
          <a:r>
            <a:rPr lang="en-US"/>
            <a:t>Top 3 warehouses by processing time</a:t>
          </a:r>
        </a:p>
      </dgm:t>
    </dgm:pt>
    <dgm:pt modelId="{9535BD2F-431C-40A2-B0B5-C9F54F51146C}" type="parTrans" cxnId="{60D1B0CD-58D1-484A-80D5-C888EB1C960F}">
      <dgm:prSet/>
      <dgm:spPr/>
      <dgm:t>
        <a:bodyPr/>
        <a:lstStyle/>
        <a:p>
          <a:endParaRPr lang="en-US"/>
        </a:p>
      </dgm:t>
    </dgm:pt>
    <dgm:pt modelId="{903A99E1-1D87-400B-A311-F4BF7326BBF3}" type="sibTrans" cxnId="{60D1B0CD-58D1-484A-80D5-C888EB1C960F}">
      <dgm:prSet/>
      <dgm:spPr/>
      <dgm:t>
        <a:bodyPr/>
        <a:lstStyle/>
        <a:p>
          <a:endParaRPr lang="en-US"/>
        </a:p>
      </dgm:t>
    </dgm:pt>
    <dgm:pt modelId="{A91943C6-5AE4-47EA-9AA6-53C87A4DCD15}">
      <dgm:prSet/>
      <dgm:spPr/>
      <dgm:t>
        <a:bodyPr/>
        <a:lstStyle/>
        <a:p>
          <a:r>
            <a:rPr lang="en-US"/>
            <a:t>Delayed vs total orders</a:t>
          </a:r>
        </a:p>
      </dgm:t>
    </dgm:pt>
    <dgm:pt modelId="{37887AC5-3044-4B9E-BBE9-C078BE1C48F5}" type="parTrans" cxnId="{4C135B78-EFAE-4B19-A782-CE0AC6846BFE}">
      <dgm:prSet/>
      <dgm:spPr/>
      <dgm:t>
        <a:bodyPr/>
        <a:lstStyle/>
        <a:p>
          <a:endParaRPr lang="en-US"/>
        </a:p>
      </dgm:t>
    </dgm:pt>
    <dgm:pt modelId="{95B59111-645D-47B1-B15D-EA58AEDEF649}" type="sibTrans" cxnId="{4C135B78-EFAE-4B19-A782-CE0AC6846BFE}">
      <dgm:prSet/>
      <dgm:spPr/>
      <dgm:t>
        <a:bodyPr/>
        <a:lstStyle/>
        <a:p>
          <a:endParaRPr lang="en-US"/>
        </a:p>
      </dgm:t>
    </dgm:pt>
    <dgm:pt modelId="{03350C14-F8A3-4CED-931D-6E4AD3A9A9B0}">
      <dgm:prSet/>
      <dgm:spPr/>
      <dgm:t>
        <a:bodyPr/>
        <a:lstStyle/>
        <a:p>
          <a:r>
            <a:rPr lang="en-US"/>
            <a:t>Bottleneck warehouse detection</a:t>
          </a:r>
        </a:p>
      </dgm:t>
    </dgm:pt>
    <dgm:pt modelId="{E21645E9-9373-41A9-9DD8-28FFE649526F}" type="parTrans" cxnId="{81CBCA2E-3876-4CF3-9D5A-5F3F64798630}">
      <dgm:prSet/>
      <dgm:spPr/>
      <dgm:t>
        <a:bodyPr/>
        <a:lstStyle/>
        <a:p>
          <a:endParaRPr lang="en-US"/>
        </a:p>
      </dgm:t>
    </dgm:pt>
    <dgm:pt modelId="{E5D31FE3-F90B-40E6-A6B5-BCF86C14AC2E}" type="sibTrans" cxnId="{81CBCA2E-3876-4CF3-9D5A-5F3F64798630}">
      <dgm:prSet/>
      <dgm:spPr/>
      <dgm:t>
        <a:bodyPr/>
        <a:lstStyle/>
        <a:p>
          <a:endParaRPr lang="en-US"/>
        </a:p>
      </dgm:t>
    </dgm:pt>
    <dgm:pt modelId="{0BF61515-E8F7-4B3B-A7D0-3542AB0E0FA9}">
      <dgm:prSet/>
      <dgm:spPr/>
      <dgm:t>
        <a:bodyPr/>
        <a:lstStyle/>
        <a:p>
          <a:r>
            <a:rPr lang="en-US"/>
            <a:t>On-time % ranking</a:t>
          </a:r>
        </a:p>
      </dgm:t>
    </dgm:pt>
    <dgm:pt modelId="{6BEDDB85-1327-4EE4-8C13-10E490D72D44}" type="parTrans" cxnId="{0886869D-571C-46B9-A45F-9A0DDB92D669}">
      <dgm:prSet/>
      <dgm:spPr/>
      <dgm:t>
        <a:bodyPr/>
        <a:lstStyle/>
        <a:p>
          <a:endParaRPr lang="en-US"/>
        </a:p>
      </dgm:t>
    </dgm:pt>
    <dgm:pt modelId="{D08EE4C1-5EB5-42CF-8208-8A1C78BE0C2D}" type="sibTrans" cxnId="{0886869D-571C-46B9-A45F-9A0DDB92D669}">
      <dgm:prSet/>
      <dgm:spPr/>
      <dgm:t>
        <a:bodyPr/>
        <a:lstStyle/>
        <a:p>
          <a:endParaRPr lang="en-US"/>
        </a:p>
      </dgm:t>
    </dgm:pt>
    <dgm:pt modelId="{69055964-CD10-410D-828E-B382866EA454}" type="pres">
      <dgm:prSet presAssocID="{6C348466-2AE3-461E-B782-3C37FD5FB054}" presName="matrix" presStyleCnt="0">
        <dgm:presLayoutVars>
          <dgm:chMax val="1"/>
          <dgm:dir/>
          <dgm:resizeHandles val="exact"/>
        </dgm:presLayoutVars>
      </dgm:prSet>
      <dgm:spPr/>
    </dgm:pt>
    <dgm:pt modelId="{471B5AE2-BDFC-42C1-907A-5793999AB5AF}" type="pres">
      <dgm:prSet presAssocID="{6C348466-2AE3-461E-B782-3C37FD5FB054}" presName="axisShape" presStyleLbl="bgShp" presStyleIdx="0" presStyleCnt="1"/>
      <dgm:spPr/>
    </dgm:pt>
    <dgm:pt modelId="{6769126E-A27B-49DE-83A6-50B3E6AD5CA3}" type="pres">
      <dgm:prSet presAssocID="{6C348466-2AE3-461E-B782-3C37FD5FB054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D1ACC3-2243-46B9-8241-EF2D8BC150EF}" type="pres">
      <dgm:prSet presAssocID="{6C348466-2AE3-461E-B782-3C37FD5FB054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9B52BA1-6C18-496E-A0B9-9A9CEEEA2AE0}" type="pres">
      <dgm:prSet presAssocID="{6C348466-2AE3-461E-B782-3C37FD5FB054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02F8B78-27EA-4F57-A6C4-5E5FC93FC170}" type="pres">
      <dgm:prSet presAssocID="{6C348466-2AE3-461E-B782-3C37FD5FB054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1CBCA2E-3876-4CF3-9D5A-5F3F64798630}" srcId="{6C348466-2AE3-461E-B782-3C37FD5FB054}" destId="{03350C14-F8A3-4CED-931D-6E4AD3A9A9B0}" srcOrd="2" destOrd="0" parTransId="{E21645E9-9373-41A9-9DD8-28FFE649526F}" sibTransId="{E5D31FE3-F90B-40E6-A6B5-BCF86C14AC2E}"/>
    <dgm:cxn modelId="{38A97F6C-DE54-4730-A699-FECE9217E58E}" type="presOf" srcId="{03350C14-F8A3-4CED-931D-6E4AD3A9A9B0}" destId="{49B52BA1-6C18-496E-A0B9-9A9CEEEA2AE0}" srcOrd="0" destOrd="0" presId="urn:microsoft.com/office/officeart/2005/8/layout/matrix2"/>
    <dgm:cxn modelId="{4C135B78-EFAE-4B19-A782-CE0AC6846BFE}" srcId="{6C348466-2AE3-461E-B782-3C37FD5FB054}" destId="{A91943C6-5AE4-47EA-9AA6-53C87A4DCD15}" srcOrd="1" destOrd="0" parTransId="{37887AC5-3044-4B9E-BBE9-C078BE1C48F5}" sibTransId="{95B59111-645D-47B1-B15D-EA58AEDEF649}"/>
    <dgm:cxn modelId="{D6B91880-F947-447D-88B8-78ED53D5871F}" type="presOf" srcId="{0BF61515-E8F7-4B3B-A7D0-3542AB0E0FA9}" destId="{F02F8B78-27EA-4F57-A6C4-5E5FC93FC170}" srcOrd="0" destOrd="0" presId="urn:microsoft.com/office/officeart/2005/8/layout/matrix2"/>
    <dgm:cxn modelId="{0886869D-571C-46B9-A45F-9A0DDB92D669}" srcId="{6C348466-2AE3-461E-B782-3C37FD5FB054}" destId="{0BF61515-E8F7-4B3B-A7D0-3542AB0E0FA9}" srcOrd="3" destOrd="0" parTransId="{6BEDDB85-1327-4EE4-8C13-10E490D72D44}" sibTransId="{D08EE4C1-5EB5-42CF-8208-8A1C78BE0C2D}"/>
    <dgm:cxn modelId="{8F4797CB-D1F9-44D7-A17A-DF9B5E9670D7}" type="presOf" srcId="{94DC2628-9951-4510-96EB-303D77BDFE26}" destId="{6769126E-A27B-49DE-83A6-50B3E6AD5CA3}" srcOrd="0" destOrd="0" presId="urn:microsoft.com/office/officeart/2005/8/layout/matrix2"/>
    <dgm:cxn modelId="{B88FEBCC-2529-4A1D-A469-51A5C64DC0A4}" type="presOf" srcId="{A91943C6-5AE4-47EA-9AA6-53C87A4DCD15}" destId="{D5D1ACC3-2243-46B9-8241-EF2D8BC150EF}" srcOrd="0" destOrd="0" presId="urn:microsoft.com/office/officeart/2005/8/layout/matrix2"/>
    <dgm:cxn modelId="{60D1B0CD-58D1-484A-80D5-C888EB1C960F}" srcId="{6C348466-2AE3-461E-B782-3C37FD5FB054}" destId="{94DC2628-9951-4510-96EB-303D77BDFE26}" srcOrd="0" destOrd="0" parTransId="{9535BD2F-431C-40A2-B0B5-C9F54F51146C}" sibTransId="{903A99E1-1D87-400B-A311-F4BF7326BBF3}"/>
    <dgm:cxn modelId="{5D0466D3-2193-4E84-B3A3-DC2B08F42C9C}" type="presOf" srcId="{6C348466-2AE3-461E-B782-3C37FD5FB054}" destId="{69055964-CD10-410D-828E-B382866EA454}" srcOrd="0" destOrd="0" presId="urn:microsoft.com/office/officeart/2005/8/layout/matrix2"/>
    <dgm:cxn modelId="{8404BB9F-2117-45B0-B984-28D3F57C531C}" type="presParOf" srcId="{69055964-CD10-410D-828E-B382866EA454}" destId="{471B5AE2-BDFC-42C1-907A-5793999AB5AF}" srcOrd="0" destOrd="0" presId="urn:microsoft.com/office/officeart/2005/8/layout/matrix2"/>
    <dgm:cxn modelId="{FD2AD159-DBAA-4499-865B-A33946C96E93}" type="presParOf" srcId="{69055964-CD10-410D-828E-B382866EA454}" destId="{6769126E-A27B-49DE-83A6-50B3E6AD5CA3}" srcOrd="1" destOrd="0" presId="urn:microsoft.com/office/officeart/2005/8/layout/matrix2"/>
    <dgm:cxn modelId="{A211A9C5-8126-4CEF-8E12-419E8AE427AF}" type="presParOf" srcId="{69055964-CD10-410D-828E-B382866EA454}" destId="{D5D1ACC3-2243-46B9-8241-EF2D8BC150EF}" srcOrd="2" destOrd="0" presId="urn:microsoft.com/office/officeart/2005/8/layout/matrix2"/>
    <dgm:cxn modelId="{716DE184-D91E-40A6-A7A7-D95A33315110}" type="presParOf" srcId="{69055964-CD10-410D-828E-B382866EA454}" destId="{49B52BA1-6C18-496E-A0B9-9A9CEEEA2AE0}" srcOrd="3" destOrd="0" presId="urn:microsoft.com/office/officeart/2005/8/layout/matrix2"/>
    <dgm:cxn modelId="{18894521-7ECB-4905-A423-182ED0D7C1E4}" type="presParOf" srcId="{69055964-CD10-410D-828E-B382866EA454}" destId="{F02F8B78-27EA-4F57-A6C4-5E5FC93FC170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7E6704-8654-4180-83F8-F76F635AAD75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5F1734-880E-48E0-87CC-4A8DD1E4183E}">
      <dgm:prSet/>
      <dgm:spPr/>
      <dgm:t>
        <a:bodyPr/>
        <a:lstStyle/>
        <a:p>
          <a:r>
            <a:rPr lang="en-US"/>
            <a:t>• Agent ranking per route</a:t>
          </a:r>
        </a:p>
      </dgm:t>
    </dgm:pt>
    <dgm:pt modelId="{5F5DC9C1-3977-4C8B-BE97-5AB31B27D21E}" type="parTrans" cxnId="{44BF6750-8841-48F3-96C8-459413624A8C}">
      <dgm:prSet/>
      <dgm:spPr/>
      <dgm:t>
        <a:bodyPr/>
        <a:lstStyle/>
        <a:p>
          <a:endParaRPr lang="en-US"/>
        </a:p>
      </dgm:t>
    </dgm:pt>
    <dgm:pt modelId="{CC2614F8-62A4-429D-98CB-65232F825A6B}" type="sibTrans" cxnId="{44BF6750-8841-48F3-96C8-459413624A8C}">
      <dgm:prSet/>
      <dgm:spPr/>
      <dgm:t>
        <a:bodyPr/>
        <a:lstStyle/>
        <a:p>
          <a:endParaRPr lang="en-US"/>
        </a:p>
      </dgm:t>
    </dgm:pt>
    <dgm:pt modelId="{827ADCD4-9773-41AE-9D18-8144C4039CE8}">
      <dgm:prSet/>
      <dgm:spPr/>
      <dgm:t>
        <a:bodyPr/>
        <a:lstStyle/>
        <a:p>
          <a:r>
            <a:rPr lang="en-US"/>
            <a:t>• Agents with on-time &lt; 80%</a:t>
          </a:r>
        </a:p>
      </dgm:t>
    </dgm:pt>
    <dgm:pt modelId="{6DABCF08-B966-41D7-85C4-50B128AFE9B9}" type="parTrans" cxnId="{A43C6EF6-818D-46CD-BDDD-780CBA216253}">
      <dgm:prSet/>
      <dgm:spPr/>
      <dgm:t>
        <a:bodyPr/>
        <a:lstStyle/>
        <a:p>
          <a:endParaRPr lang="en-US"/>
        </a:p>
      </dgm:t>
    </dgm:pt>
    <dgm:pt modelId="{5D0BB464-4AC2-4274-BB1E-08B351F8637E}" type="sibTrans" cxnId="{A43C6EF6-818D-46CD-BDDD-780CBA216253}">
      <dgm:prSet/>
      <dgm:spPr/>
      <dgm:t>
        <a:bodyPr/>
        <a:lstStyle/>
        <a:p>
          <a:endParaRPr lang="en-US"/>
        </a:p>
      </dgm:t>
    </dgm:pt>
    <dgm:pt modelId="{F23A6FCE-662B-4167-B348-4B296550C410}">
      <dgm:prSet/>
      <dgm:spPr/>
      <dgm:t>
        <a:bodyPr/>
        <a:lstStyle/>
        <a:p>
          <a:r>
            <a:rPr lang="en-US"/>
            <a:t>• Speed comparison (Top vs Bottom)</a:t>
          </a:r>
        </a:p>
      </dgm:t>
    </dgm:pt>
    <dgm:pt modelId="{95AC5339-DC29-492C-A631-701C6C111D49}" type="parTrans" cxnId="{4935E07B-FF3C-4B7D-A52C-DF6FF39E423B}">
      <dgm:prSet/>
      <dgm:spPr/>
      <dgm:t>
        <a:bodyPr/>
        <a:lstStyle/>
        <a:p>
          <a:endParaRPr lang="en-US"/>
        </a:p>
      </dgm:t>
    </dgm:pt>
    <dgm:pt modelId="{9FFB1B10-7342-49B3-B060-180F0F817104}" type="sibTrans" cxnId="{4935E07B-FF3C-4B7D-A52C-DF6FF39E423B}">
      <dgm:prSet/>
      <dgm:spPr/>
      <dgm:t>
        <a:bodyPr/>
        <a:lstStyle/>
        <a:p>
          <a:endParaRPr lang="en-US"/>
        </a:p>
      </dgm:t>
    </dgm:pt>
    <dgm:pt modelId="{C9DD734F-D286-4ACD-9930-F2B225955A00}" type="pres">
      <dgm:prSet presAssocID="{737E6704-8654-4180-83F8-F76F635AAD75}" presName="Name0" presStyleCnt="0">
        <dgm:presLayoutVars>
          <dgm:dir/>
          <dgm:animLvl val="lvl"/>
          <dgm:resizeHandles val="exact"/>
        </dgm:presLayoutVars>
      </dgm:prSet>
      <dgm:spPr/>
    </dgm:pt>
    <dgm:pt modelId="{6C02009F-B98F-4C9A-B580-F98258A09897}" type="pres">
      <dgm:prSet presAssocID="{F23A6FCE-662B-4167-B348-4B296550C410}" presName="boxAndChildren" presStyleCnt="0"/>
      <dgm:spPr/>
    </dgm:pt>
    <dgm:pt modelId="{E29388A8-1C82-4A26-ACA8-750BD5C75588}" type="pres">
      <dgm:prSet presAssocID="{F23A6FCE-662B-4167-B348-4B296550C410}" presName="parentTextBox" presStyleLbl="node1" presStyleIdx="0" presStyleCnt="3"/>
      <dgm:spPr/>
    </dgm:pt>
    <dgm:pt modelId="{7EACF130-D7BB-497C-B3CD-9428ACB07FD4}" type="pres">
      <dgm:prSet presAssocID="{5D0BB464-4AC2-4274-BB1E-08B351F8637E}" presName="sp" presStyleCnt="0"/>
      <dgm:spPr/>
    </dgm:pt>
    <dgm:pt modelId="{46241AAD-2DFB-4FB1-A48B-7F16CFE09646}" type="pres">
      <dgm:prSet presAssocID="{827ADCD4-9773-41AE-9D18-8144C4039CE8}" presName="arrowAndChildren" presStyleCnt="0"/>
      <dgm:spPr/>
    </dgm:pt>
    <dgm:pt modelId="{CC61FC6D-FFAC-4220-99E7-800F498692C8}" type="pres">
      <dgm:prSet presAssocID="{827ADCD4-9773-41AE-9D18-8144C4039CE8}" presName="parentTextArrow" presStyleLbl="node1" presStyleIdx="1" presStyleCnt="3"/>
      <dgm:spPr/>
    </dgm:pt>
    <dgm:pt modelId="{11B5E3D6-B2D4-4D32-8B1E-1D94328937AC}" type="pres">
      <dgm:prSet presAssocID="{CC2614F8-62A4-429D-98CB-65232F825A6B}" presName="sp" presStyleCnt="0"/>
      <dgm:spPr/>
    </dgm:pt>
    <dgm:pt modelId="{14E87626-1FA1-4AD0-9597-49D1FD1AEF95}" type="pres">
      <dgm:prSet presAssocID="{135F1734-880E-48E0-87CC-4A8DD1E4183E}" presName="arrowAndChildren" presStyleCnt="0"/>
      <dgm:spPr/>
    </dgm:pt>
    <dgm:pt modelId="{1DCB7DE9-001F-4E8A-8506-BABDBEB78BCF}" type="pres">
      <dgm:prSet presAssocID="{135F1734-880E-48E0-87CC-4A8DD1E4183E}" presName="parentTextArrow" presStyleLbl="node1" presStyleIdx="2" presStyleCnt="3"/>
      <dgm:spPr/>
    </dgm:pt>
  </dgm:ptLst>
  <dgm:cxnLst>
    <dgm:cxn modelId="{8267663C-C52F-48E8-8AA7-6D8B8F9B2076}" type="presOf" srcId="{737E6704-8654-4180-83F8-F76F635AAD75}" destId="{C9DD734F-D286-4ACD-9930-F2B225955A00}" srcOrd="0" destOrd="0" presId="urn:microsoft.com/office/officeart/2005/8/layout/process4"/>
    <dgm:cxn modelId="{44BF6750-8841-48F3-96C8-459413624A8C}" srcId="{737E6704-8654-4180-83F8-F76F635AAD75}" destId="{135F1734-880E-48E0-87CC-4A8DD1E4183E}" srcOrd="0" destOrd="0" parTransId="{5F5DC9C1-3977-4C8B-BE97-5AB31B27D21E}" sibTransId="{CC2614F8-62A4-429D-98CB-65232F825A6B}"/>
    <dgm:cxn modelId="{9D8B1377-B76F-46FE-8B5E-A09FABC557C5}" type="presOf" srcId="{135F1734-880E-48E0-87CC-4A8DD1E4183E}" destId="{1DCB7DE9-001F-4E8A-8506-BABDBEB78BCF}" srcOrd="0" destOrd="0" presId="urn:microsoft.com/office/officeart/2005/8/layout/process4"/>
    <dgm:cxn modelId="{4935E07B-FF3C-4B7D-A52C-DF6FF39E423B}" srcId="{737E6704-8654-4180-83F8-F76F635AAD75}" destId="{F23A6FCE-662B-4167-B348-4B296550C410}" srcOrd="2" destOrd="0" parTransId="{95AC5339-DC29-492C-A631-701C6C111D49}" sibTransId="{9FFB1B10-7342-49B3-B060-180F0F817104}"/>
    <dgm:cxn modelId="{A5C94E86-6904-4C01-8E2E-AB9F079E31FC}" type="presOf" srcId="{827ADCD4-9773-41AE-9D18-8144C4039CE8}" destId="{CC61FC6D-FFAC-4220-99E7-800F498692C8}" srcOrd="0" destOrd="0" presId="urn:microsoft.com/office/officeart/2005/8/layout/process4"/>
    <dgm:cxn modelId="{4462C6B5-C8D5-4936-8031-E555F553E308}" type="presOf" srcId="{F23A6FCE-662B-4167-B348-4B296550C410}" destId="{E29388A8-1C82-4A26-ACA8-750BD5C75588}" srcOrd="0" destOrd="0" presId="urn:microsoft.com/office/officeart/2005/8/layout/process4"/>
    <dgm:cxn modelId="{A43C6EF6-818D-46CD-BDDD-780CBA216253}" srcId="{737E6704-8654-4180-83F8-F76F635AAD75}" destId="{827ADCD4-9773-41AE-9D18-8144C4039CE8}" srcOrd="1" destOrd="0" parTransId="{6DABCF08-B966-41D7-85C4-50B128AFE9B9}" sibTransId="{5D0BB464-4AC2-4274-BB1E-08B351F8637E}"/>
    <dgm:cxn modelId="{3304CC05-2D5A-4D2F-829A-6E1AE4BC29B3}" type="presParOf" srcId="{C9DD734F-D286-4ACD-9930-F2B225955A00}" destId="{6C02009F-B98F-4C9A-B580-F98258A09897}" srcOrd="0" destOrd="0" presId="urn:microsoft.com/office/officeart/2005/8/layout/process4"/>
    <dgm:cxn modelId="{B3756744-09DC-4800-8451-479DCEBB5C11}" type="presParOf" srcId="{6C02009F-B98F-4C9A-B580-F98258A09897}" destId="{E29388A8-1C82-4A26-ACA8-750BD5C75588}" srcOrd="0" destOrd="0" presId="urn:microsoft.com/office/officeart/2005/8/layout/process4"/>
    <dgm:cxn modelId="{8F51103E-9261-46BD-BEC8-695A89D5DA1F}" type="presParOf" srcId="{C9DD734F-D286-4ACD-9930-F2B225955A00}" destId="{7EACF130-D7BB-497C-B3CD-9428ACB07FD4}" srcOrd="1" destOrd="0" presId="urn:microsoft.com/office/officeart/2005/8/layout/process4"/>
    <dgm:cxn modelId="{1648F99A-CA8D-44F0-B1BC-E077DC2DC490}" type="presParOf" srcId="{C9DD734F-D286-4ACD-9930-F2B225955A00}" destId="{46241AAD-2DFB-4FB1-A48B-7F16CFE09646}" srcOrd="2" destOrd="0" presId="urn:microsoft.com/office/officeart/2005/8/layout/process4"/>
    <dgm:cxn modelId="{FFCEE414-8B6F-43C8-A4E0-CA36482014D6}" type="presParOf" srcId="{46241AAD-2DFB-4FB1-A48B-7F16CFE09646}" destId="{CC61FC6D-FFAC-4220-99E7-800F498692C8}" srcOrd="0" destOrd="0" presId="urn:microsoft.com/office/officeart/2005/8/layout/process4"/>
    <dgm:cxn modelId="{E82C63A7-70CC-4C7F-9EB8-59358CAFE224}" type="presParOf" srcId="{C9DD734F-D286-4ACD-9930-F2B225955A00}" destId="{11B5E3D6-B2D4-4D32-8B1E-1D94328937AC}" srcOrd="3" destOrd="0" presId="urn:microsoft.com/office/officeart/2005/8/layout/process4"/>
    <dgm:cxn modelId="{2FF0BD54-ADDE-4F73-B31C-6E4119212B5A}" type="presParOf" srcId="{C9DD734F-D286-4ACD-9930-F2B225955A00}" destId="{14E87626-1FA1-4AD0-9597-49D1FD1AEF95}" srcOrd="4" destOrd="0" presId="urn:microsoft.com/office/officeart/2005/8/layout/process4"/>
    <dgm:cxn modelId="{C7F1189D-06DA-4BD5-8895-DFF0E2941D13}" type="presParOf" srcId="{14E87626-1FA1-4AD0-9597-49D1FD1AEF95}" destId="{1DCB7DE9-001F-4E8A-8506-BABDBEB78BC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1A358BD-9FDE-405D-895F-22554F7DDBD6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C83930-C6B3-4C01-AA0C-5714E1B83AD9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800" dirty="0">
              <a:solidFill>
                <a:srgbClr val="FFFFFF"/>
              </a:solidFill>
              <a:ea typeface="+mn-ea"/>
              <a:cs typeface="+mn-cs"/>
            </a:rPr>
            <a:t> Last checkpoint per order</a:t>
          </a:r>
        </a:p>
      </dgm:t>
    </dgm:pt>
    <dgm:pt modelId="{8C71964E-6AC5-4C14-BD2B-612619BDDADA}" type="parTrans" cxnId="{822DB2A3-CE17-4992-840F-F0953319AE49}">
      <dgm:prSet/>
      <dgm:spPr/>
      <dgm:t>
        <a:bodyPr/>
        <a:lstStyle/>
        <a:p>
          <a:endParaRPr lang="en-US"/>
        </a:p>
      </dgm:t>
    </dgm:pt>
    <dgm:pt modelId="{1E43D8F0-8C1C-49E6-83AB-093963E8A062}" type="sibTrans" cxnId="{822DB2A3-CE17-4992-840F-F0953319AE49}">
      <dgm:prSet/>
      <dgm:spPr/>
      <dgm:t>
        <a:bodyPr/>
        <a:lstStyle/>
        <a:p>
          <a:endParaRPr lang="en-US"/>
        </a:p>
      </dgm:t>
    </dgm:pt>
    <dgm:pt modelId="{87D2C05A-3445-4B9F-B7AF-033FAC45E2F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800">
              <a:solidFill>
                <a:srgbClr val="FFFFFF"/>
              </a:solidFill>
              <a:ea typeface="+mn-ea"/>
              <a:cs typeface="+mn-cs"/>
            </a:rPr>
            <a:t> Most common delay reasons</a:t>
          </a:r>
        </a:p>
      </dgm:t>
    </dgm:pt>
    <dgm:pt modelId="{B2D749D6-1824-4CFA-922A-2D8584354D9D}" type="parTrans" cxnId="{4781F9C3-6E31-40FD-B877-E2142DC593F5}">
      <dgm:prSet/>
      <dgm:spPr/>
      <dgm:t>
        <a:bodyPr/>
        <a:lstStyle/>
        <a:p>
          <a:endParaRPr lang="en-US"/>
        </a:p>
      </dgm:t>
    </dgm:pt>
    <dgm:pt modelId="{2EC33E86-F17B-4D3D-9398-1D7393CBC851}" type="sibTrans" cxnId="{4781F9C3-6E31-40FD-B877-E2142DC593F5}">
      <dgm:prSet/>
      <dgm:spPr/>
      <dgm:t>
        <a:bodyPr/>
        <a:lstStyle/>
        <a:p>
          <a:endParaRPr lang="en-US"/>
        </a:p>
      </dgm:t>
    </dgm:pt>
    <dgm:pt modelId="{6B5453B7-DA33-41A9-AA2C-5630A4EA065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800">
              <a:solidFill>
                <a:srgbClr val="FFFFFF"/>
              </a:solidFill>
              <a:ea typeface="+mn-ea"/>
              <a:cs typeface="+mn-cs"/>
            </a:rPr>
            <a:t>Orders with repeated delays</a:t>
          </a:r>
        </a:p>
      </dgm:t>
    </dgm:pt>
    <dgm:pt modelId="{9D61A304-53B9-4F5F-A24C-585A1E602D90}" type="parTrans" cxnId="{9B0F9289-F67F-40D3-A256-E7457A61895D}">
      <dgm:prSet/>
      <dgm:spPr/>
      <dgm:t>
        <a:bodyPr/>
        <a:lstStyle/>
        <a:p>
          <a:endParaRPr lang="en-US"/>
        </a:p>
      </dgm:t>
    </dgm:pt>
    <dgm:pt modelId="{09AB5784-51EA-4060-9043-C868860B8A16}" type="sibTrans" cxnId="{9B0F9289-F67F-40D3-A256-E7457A61895D}">
      <dgm:prSet/>
      <dgm:spPr/>
      <dgm:t>
        <a:bodyPr/>
        <a:lstStyle/>
        <a:p>
          <a:endParaRPr lang="en-US"/>
        </a:p>
      </dgm:t>
    </dgm:pt>
    <dgm:pt modelId="{BCFCF546-CCC2-4C1A-ACEC-B7E769C218B2}" type="pres">
      <dgm:prSet presAssocID="{41A358BD-9FDE-405D-895F-22554F7DDBD6}" presName="linear" presStyleCnt="0">
        <dgm:presLayoutVars>
          <dgm:dir/>
          <dgm:animLvl val="lvl"/>
          <dgm:resizeHandles val="exact"/>
        </dgm:presLayoutVars>
      </dgm:prSet>
      <dgm:spPr/>
    </dgm:pt>
    <dgm:pt modelId="{0F21BBF1-CB3C-4F0A-89A1-8C5840E24788}" type="pres">
      <dgm:prSet presAssocID="{E0C83930-C6B3-4C01-AA0C-5714E1B83AD9}" presName="parentLin" presStyleCnt="0"/>
      <dgm:spPr/>
    </dgm:pt>
    <dgm:pt modelId="{A745AECD-A952-4B1C-8285-3985FCF07878}" type="pres">
      <dgm:prSet presAssocID="{E0C83930-C6B3-4C01-AA0C-5714E1B83AD9}" presName="parentLeftMargin" presStyleLbl="node1" presStyleIdx="0" presStyleCnt="3"/>
      <dgm:spPr/>
    </dgm:pt>
    <dgm:pt modelId="{B1A74D36-CFD0-4763-9C70-9F3FAD7D2B39}" type="pres">
      <dgm:prSet presAssocID="{E0C83930-C6B3-4C01-AA0C-5714E1B83AD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EEDBFA-49AE-4B52-98CD-595AA9D52055}" type="pres">
      <dgm:prSet presAssocID="{E0C83930-C6B3-4C01-AA0C-5714E1B83AD9}" presName="negativeSpace" presStyleCnt="0"/>
      <dgm:spPr/>
    </dgm:pt>
    <dgm:pt modelId="{677AF3A2-8E6C-45FC-8E30-2ACA6A3AE12F}" type="pres">
      <dgm:prSet presAssocID="{E0C83930-C6B3-4C01-AA0C-5714E1B83AD9}" presName="childText" presStyleLbl="conFgAcc1" presStyleIdx="0" presStyleCnt="3">
        <dgm:presLayoutVars>
          <dgm:bulletEnabled val="1"/>
        </dgm:presLayoutVars>
      </dgm:prSet>
      <dgm:spPr/>
    </dgm:pt>
    <dgm:pt modelId="{4512BA54-7B3B-4BAA-BE2D-A510B9CA336C}" type="pres">
      <dgm:prSet presAssocID="{1E43D8F0-8C1C-49E6-83AB-093963E8A062}" presName="spaceBetweenRectangles" presStyleCnt="0"/>
      <dgm:spPr/>
    </dgm:pt>
    <dgm:pt modelId="{FE95F838-F34F-4933-BE33-E44F9DC23759}" type="pres">
      <dgm:prSet presAssocID="{87D2C05A-3445-4B9F-B7AF-033FAC45E2F2}" presName="parentLin" presStyleCnt="0"/>
      <dgm:spPr/>
    </dgm:pt>
    <dgm:pt modelId="{A77DFE19-6D1A-4631-B290-3C16A62AA72B}" type="pres">
      <dgm:prSet presAssocID="{87D2C05A-3445-4B9F-B7AF-033FAC45E2F2}" presName="parentLeftMargin" presStyleLbl="node1" presStyleIdx="0" presStyleCnt="3"/>
      <dgm:spPr/>
    </dgm:pt>
    <dgm:pt modelId="{ACB6A9A2-57AF-47ED-9175-2546A5E46B86}" type="pres">
      <dgm:prSet presAssocID="{87D2C05A-3445-4B9F-B7AF-033FAC45E2F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D3D48F9-D647-4075-A63F-71D1AF3A29DD}" type="pres">
      <dgm:prSet presAssocID="{87D2C05A-3445-4B9F-B7AF-033FAC45E2F2}" presName="negativeSpace" presStyleCnt="0"/>
      <dgm:spPr/>
    </dgm:pt>
    <dgm:pt modelId="{C5AA9C3B-2A58-4F94-8081-F27E8289958B}" type="pres">
      <dgm:prSet presAssocID="{87D2C05A-3445-4B9F-B7AF-033FAC45E2F2}" presName="childText" presStyleLbl="conFgAcc1" presStyleIdx="1" presStyleCnt="3">
        <dgm:presLayoutVars>
          <dgm:bulletEnabled val="1"/>
        </dgm:presLayoutVars>
      </dgm:prSet>
      <dgm:spPr/>
    </dgm:pt>
    <dgm:pt modelId="{514B35ED-5F87-4FC3-B0E7-4D2A157AD247}" type="pres">
      <dgm:prSet presAssocID="{2EC33E86-F17B-4D3D-9398-1D7393CBC851}" presName="spaceBetweenRectangles" presStyleCnt="0"/>
      <dgm:spPr/>
    </dgm:pt>
    <dgm:pt modelId="{7BEA9E82-9BD1-442D-8884-328F39A6C423}" type="pres">
      <dgm:prSet presAssocID="{6B5453B7-DA33-41A9-AA2C-5630A4EA065A}" presName="parentLin" presStyleCnt="0"/>
      <dgm:spPr/>
    </dgm:pt>
    <dgm:pt modelId="{4C6F8BD0-1B1E-4436-8A2E-C2947519E24B}" type="pres">
      <dgm:prSet presAssocID="{6B5453B7-DA33-41A9-AA2C-5630A4EA065A}" presName="parentLeftMargin" presStyleLbl="node1" presStyleIdx="1" presStyleCnt="3"/>
      <dgm:spPr/>
    </dgm:pt>
    <dgm:pt modelId="{09F4D22F-47CB-4EDA-B5C9-C72A3349CF51}" type="pres">
      <dgm:prSet presAssocID="{6B5453B7-DA33-41A9-AA2C-5630A4EA065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D72B6A2-91AB-4A4D-B26E-230AC27C3B83}" type="pres">
      <dgm:prSet presAssocID="{6B5453B7-DA33-41A9-AA2C-5630A4EA065A}" presName="negativeSpace" presStyleCnt="0"/>
      <dgm:spPr/>
    </dgm:pt>
    <dgm:pt modelId="{DEA55342-F051-4400-A564-68F556E9C5A7}" type="pres">
      <dgm:prSet presAssocID="{6B5453B7-DA33-41A9-AA2C-5630A4EA065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BE50C0C-8AD3-4BE3-999B-F7D1301803E2}" type="presOf" srcId="{87D2C05A-3445-4B9F-B7AF-033FAC45E2F2}" destId="{ACB6A9A2-57AF-47ED-9175-2546A5E46B86}" srcOrd="1" destOrd="0" presId="urn:microsoft.com/office/officeart/2005/8/layout/list1"/>
    <dgm:cxn modelId="{C21B2D79-D8E3-496D-8F19-DBDFDAE868AC}" type="presOf" srcId="{E0C83930-C6B3-4C01-AA0C-5714E1B83AD9}" destId="{B1A74D36-CFD0-4763-9C70-9F3FAD7D2B39}" srcOrd="1" destOrd="0" presId="urn:microsoft.com/office/officeart/2005/8/layout/list1"/>
    <dgm:cxn modelId="{9B0F9289-F67F-40D3-A256-E7457A61895D}" srcId="{41A358BD-9FDE-405D-895F-22554F7DDBD6}" destId="{6B5453B7-DA33-41A9-AA2C-5630A4EA065A}" srcOrd="2" destOrd="0" parTransId="{9D61A304-53B9-4F5F-A24C-585A1E602D90}" sibTransId="{09AB5784-51EA-4060-9043-C868860B8A16}"/>
    <dgm:cxn modelId="{822DB2A3-CE17-4992-840F-F0953319AE49}" srcId="{41A358BD-9FDE-405D-895F-22554F7DDBD6}" destId="{E0C83930-C6B3-4C01-AA0C-5714E1B83AD9}" srcOrd="0" destOrd="0" parTransId="{8C71964E-6AC5-4C14-BD2B-612619BDDADA}" sibTransId="{1E43D8F0-8C1C-49E6-83AB-093963E8A062}"/>
    <dgm:cxn modelId="{69F316AF-9B5F-4BFB-8CB5-0D2AF488CFBD}" type="presOf" srcId="{E0C83930-C6B3-4C01-AA0C-5714E1B83AD9}" destId="{A745AECD-A952-4B1C-8285-3985FCF07878}" srcOrd="0" destOrd="0" presId="urn:microsoft.com/office/officeart/2005/8/layout/list1"/>
    <dgm:cxn modelId="{75E9E5B0-2592-4648-8B38-0CDD8102A5CE}" type="presOf" srcId="{41A358BD-9FDE-405D-895F-22554F7DDBD6}" destId="{BCFCF546-CCC2-4C1A-ACEC-B7E769C218B2}" srcOrd="0" destOrd="0" presId="urn:microsoft.com/office/officeart/2005/8/layout/list1"/>
    <dgm:cxn modelId="{C1E339B5-B7C3-4C8F-86CD-7970E2362022}" type="presOf" srcId="{6B5453B7-DA33-41A9-AA2C-5630A4EA065A}" destId="{4C6F8BD0-1B1E-4436-8A2E-C2947519E24B}" srcOrd="0" destOrd="0" presId="urn:microsoft.com/office/officeart/2005/8/layout/list1"/>
    <dgm:cxn modelId="{4781F9C3-6E31-40FD-B877-E2142DC593F5}" srcId="{41A358BD-9FDE-405D-895F-22554F7DDBD6}" destId="{87D2C05A-3445-4B9F-B7AF-033FAC45E2F2}" srcOrd="1" destOrd="0" parTransId="{B2D749D6-1824-4CFA-922A-2D8584354D9D}" sibTransId="{2EC33E86-F17B-4D3D-9398-1D7393CBC851}"/>
    <dgm:cxn modelId="{101A39C4-811A-489A-9EAF-2EA7C38DD6B3}" type="presOf" srcId="{6B5453B7-DA33-41A9-AA2C-5630A4EA065A}" destId="{09F4D22F-47CB-4EDA-B5C9-C72A3349CF51}" srcOrd="1" destOrd="0" presId="urn:microsoft.com/office/officeart/2005/8/layout/list1"/>
    <dgm:cxn modelId="{68249CF1-9791-40DF-8902-D55FAF179FC6}" type="presOf" srcId="{87D2C05A-3445-4B9F-B7AF-033FAC45E2F2}" destId="{A77DFE19-6D1A-4631-B290-3C16A62AA72B}" srcOrd="0" destOrd="0" presId="urn:microsoft.com/office/officeart/2005/8/layout/list1"/>
    <dgm:cxn modelId="{9BABC50E-E2EF-49C6-81CD-09E8F1FD1AF8}" type="presParOf" srcId="{BCFCF546-CCC2-4C1A-ACEC-B7E769C218B2}" destId="{0F21BBF1-CB3C-4F0A-89A1-8C5840E24788}" srcOrd="0" destOrd="0" presId="urn:microsoft.com/office/officeart/2005/8/layout/list1"/>
    <dgm:cxn modelId="{7433D9CD-E64F-405B-BEF0-997875AD1D97}" type="presParOf" srcId="{0F21BBF1-CB3C-4F0A-89A1-8C5840E24788}" destId="{A745AECD-A952-4B1C-8285-3985FCF07878}" srcOrd="0" destOrd="0" presId="urn:microsoft.com/office/officeart/2005/8/layout/list1"/>
    <dgm:cxn modelId="{C304D5A7-945C-465A-A810-61D136EA62C7}" type="presParOf" srcId="{0F21BBF1-CB3C-4F0A-89A1-8C5840E24788}" destId="{B1A74D36-CFD0-4763-9C70-9F3FAD7D2B39}" srcOrd="1" destOrd="0" presId="urn:microsoft.com/office/officeart/2005/8/layout/list1"/>
    <dgm:cxn modelId="{9112261E-0878-436C-8CEE-4398CCF30E8E}" type="presParOf" srcId="{BCFCF546-CCC2-4C1A-ACEC-B7E769C218B2}" destId="{74EEDBFA-49AE-4B52-98CD-595AA9D52055}" srcOrd="1" destOrd="0" presId="urn:microsoft.com/office/officeart/2005/8/layout/list1"/>
    <dgm:cxn modelId="{27952776-DB5B-41F1-86DA-87DDBD3BDE82}" type="presParOf" srcId="{BCFCF546-CCC2-4C1A-ACEC-B7E769C218B2}" destId="{677AF3A2-8E6C-45FC-8E30-2ACA6A3AE12F}" srcOrd="2" destOrd="0" presId="urn:microsoft.com/office/officeart/2005/8/layout/list1"/>
    <dgm:cxn modelId="{B09E35B4-B59B-47CF-9849-378D3033D25A}" type="presParOf" srcId="{BCFCF546-CCC2-4C1A-ACEC-B7E769C218B2}" destId="{4512BA54-7B3B-4BAA-BE2D-A510B9CA336C}" srcOrd="3" destOrd="0" presId="urn:microsoft.com/office/officeart/2005/8/layout/list1"/>
    <dgm:cxn modelId="{6CE3817B-E8AE-4436-A1BE-76A8159E2531}" type="presParOf" srcId="{BCFCF546-CCC2-4C1A-ACEC-B7E769C218B2}" destId="{FE95F838-F34F-4933-BE33-E44F9DC23759}" srcOrd="4" destOrd="0" presId="urn:microsoft.com/office/officeart/2005/8/layout/list1"/>
    <dgm:cxn modelId="{A876CF09-8EB7-42DE-99F0-90C33585A1E7}" type="presParOf" srcId="{FE95F838-F34F-4933-BE33-E44F9DC23759}" destId="{A77DFE19-6D1A-4631-B290-3C16A62AA72B}" srcOrd="0" destOrd="0" presId="urn:microsoft.com/office/officeart/2005/8/layout/list1"/>
    <dgm:cxn modelId="{3E5787BB-C8FA-41E9-A0DE-02ED34C3150A}" type="presParOf" srcId="{FE95F838-F34F-4933-BE33-E44F9DC23759}" destId="{ACB6A9A2-57AF-47ED-9175-2546A5E46B86}" srcOrd="1" destOrd="0" presId="urn:microsoft.com/office/officeart/2005/8/layout/list1"/>
    <dgm:cxn modelId="{C936A8FE-231C-4927-8606-D3EAC850905F}" type="presParOf" srcId="{BCFCF546-CCC2-4C1A-ACEC-B7E769C218B2}" destId="{5D3D48F9-D647-4075-A63F-71D1AF3A29DD}" srcOrd="5" destOrd="0" presId="urn:microsoft.com/office/officeart/2005/8/layout/list1"/>
    <dgm:cxn modelId="{89E242E5-F5FE-4EA6-BA73-53B376AEEDAC}" type="presParOf" srcId="{BCFCF546-CCC2-4C1A-ACEC-B7E769C218B2}" destId="{C5AA9C3B-2A58-4F94-8081-F27E8289958B}" srcOrd="6" destOrd="0" presId="urn:microsoft.com/office/officeart/2005/8/layout/list1"/>
    <dgm:cxn modelId="{2046C587-D1AA-401C-B64B-7A8DF33148FE}" type="presParOf" srcId="{BCFCF546-CCC2-4C1A-ACEC-B7E769C218B2}" destId="{514B35ED-5F87-4FC3-B0E7-4D2A157AD247}" srcOrd="7" destOrd="0" presId="urn:microsoft.com/office/officeart/2005/8/layout/list1"/>
    <dgm:cxn modelId="{34A0F464-B197-4F33-A07C-930DB9AF7689}" type="presParOf" srcId="{BCFCF546-CCC2-4C1A-ACEC-B7E769C218B2}" destId="{7BEA9E82-9BD1-442D-8884-328F39A6C423}" srcOrd="8" destOrd="0" presId="urn:microsoft.com/office/officeart/2005/8/layout/list1"/>
    <dgm:cxn modelId="{1F2AAD8E-E581-4A51-A816-3D2D72D3B272}" type="presParOf" srcId="{7BEA9E82-9BD1-442D-8884-328F39A6C423}" destId="{4C6F8BD0-1B1E-4436-8A2E-C2947519E24B}" srcOrd="0" destOrd="0" presId="urn:microsoft.com/office/officeart/2005/8/layout/list1"/>
    <dgm:cxn modelId="{9BC6C106-0250-4B1C-8BF3-4C0A218C533C}" type="presParOf" srcId="{7BEA9E82-9BD1-442D-8884-328F39A6C423}" destId="{09F4D22F-47CB-4EDA-B5C9-C72A3349CF51}" srcOrd="1" destOrd="0" presId="urn:microsoft.com/office/officeart/2005/8/layout/list1"/>
    <dgm:cxn modelId="{740DB102-58B1-4FC5-A279-8CB68C9ED22E}" type="presParOf" srcId="{BCFCF546-CCC2-4C1A-ACEC-B7E769C218B2}" destId="{7D72B6A2-91AB-4A4D-B26E-230AC27C3B83}" srcOrd="9" destOrd="0" presId="urn:microsoft.com/office/officeart/2005/8/layout/list1"/>
    <dgm:cxn modelId="{B6EF0510-1807-4216-8668-0BC57B47AB0F}" type="presParOf" srcId="{BCFCF546-CCC2-4C1A-ACEC-B7E769C218B2}" destId="{DEA55342-F051-4400-A564-68F556E9C5A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1BA9DF0-7B10-4421-945B-8E8E71BD511E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1A4BCC4-0A2B-4500-BEAE-D53CAA81292E}">
      <dgm:prSet/>
      <dgm:spPr/>
      <dgm:t>
        <a:bodyPr/>
        <a:lstStyle/>
        <a:p>
          <a:r>
            <a:rPr lang="en-US"/>
            <a:t>• On-time delivery percentage</a:t>
          </a:r>
        </a:p>
      </dgm:t>
    </dgm:pt>
    <dgm:pt modelId="{8B300455-B045-444D-A520-962B62EA6D64}" type="parTrans" cxnId="{A4715CD1-613A-4161-92F2-C18B8D5BB345}">
      <dgm:prSet/>
      <dgm:spPr/>
      <dgm:t>
        <a:bodyPr/>
        <a:lstStyle/>
        <a:p>
          <a:endParaRPr lang="en-US"/>
        </a:p>
      </dgm:t>
    </dgm:pt>
    <dgm:pt modelId="{0C2B65F0-2173-4E8D-8349-DE18705B514A}" type="sibTrans" cxnId="{A4715CD1-613A-4161-92F2-C18B8D5BB345}">
      <dgm:prSet/>
      <dgm:spPr/>
      <dgm:t>
        <a:bodyPr/>
        <a:lstStyle/>
        <a:p>
          <a:endParaRPr lang="en-US"/>
        </a:p>
      </dgm:t>
    </dgm:pt>
    <dgm:pt modelId="{62A6E2F0-82BF-4288-B68B-E8EE45C99359}">
      <dgm:prSet/>
      <dgm:spPr/>
      <dgm:t>
        <a:bodyPr/>
        <a:lstStyle/>
        <a:p>
          <a:r>
            <a:rPr lang="en-US"/>
            <a:t>• Avg delay per region</a:t>
          </a:r>
        </a:p>
      </dgm:t>
    </dgm:pt>
    <dgm:pt modelId="{34E57DE1-C9D0-45D7-8226-32E17E3B6B80}" type="parTrans" cxnId="{4885BE21-3435-47DA-81D5-23C8FC231407}">
      <dgm:prSet/>
      <dgm:spPr/>
      <dgm:t>
        <a:bodyPr/>
        <a:lstStyle/>
        <a:p>
          <a:endParaRPr lang="en-US"/>
        </a:p>
      </dgm:t>
    </dgm:pt>
    <dgm:pt modelId="{39F6B8BA-ED74-4B81-8151-6F153A929E49}" type="sibTrans" cxnId="{4885BE21-3435-47DA-81D5-23C8FC231407}">
      <dgm:prSet/>
      <dgm:spPr/>
      <dgm:t>
        <a:bodyPr/>
        <a:lstStyle/>
        <a:p>
          <a:endParaRPr lang="en-US"/>
        </a:p>
      </dgm:t>
    </dgm:pt>
    <dgm:pt modelId="{69616FA3-0A9F-45FD-8C38-2010E4D9513E}">
      <dgm:prSet/>
      <dgm:spPr/>
      <dgm:t>
        <a:bodyPr/>
        <a:lstStyle/>
        <a:p>
          <a:r>
            <a:rPr lang="en-US"/>
            <a:t>• Avg traffic delay per route</a:t>
          </a:r>
        </a:p>
      </dgm:t>
    </dgm:pt>
    <dgm:pt modelId="{B41F22F7-59D2-40E0-9F4A-63090D456264}" type="parTrans" cxnId="{B5909757-2866-44AC-807B-D6BB5C9504B6}">
      <dgm:prSet/>
      <dgm:spPr/>
      <dgm:t>
        <a:bodyPr/>
        <a:lstStyle/>
        <a:p>
          <a:endParaRPr lang="en-US"/>
        </a:p>
      </dgm:t>
    </dgm:pt>
    <dgm:pt modelId="{D54DEA15-C88B-4D14-A397-550E6DBA5868}" type="sibTrans" cxnId="{B5909757-2866-44AC-807B-D6BB5C9504B6}">
      <dgm:prSet/>
      <dgm:spPr/>
      <dgm:t>
        <a:bodyPr/>
        <a:lstStyle/>
        <a:p>
          <a:endParaRPr lang="en-US"/>
        </a:p>
      </dgm:t>
    </dgm:pt>
    <dgm:pt modelId="{A52F28DF-D927-4646-932D-78D64557E5F7}" type="pres">
      <dgm:prSet presAssocID="{51BA9DF0-7B10-4421-945B-8E8E71BD511E}" presName="cycle" presStyleCnt="0">
        <dgm:presLayoutVars>
          <dgm:dir/>
          <dgm:resizeHandles val="exact"/>
        </dgm:presLayoutVars>
      </dgm:prSet>
      <dgm:spPr/>
    </dgm:pt>
    <dgm:pt modelId="{A582839F-1EB4-4F68-9A01-68FF4FE53E62}" type="pres">
      <dgm:prSet presAssocID="{F1A4BCC4-0A2B-4500-BEAE-D53CAA81292E}" presName="dummy" presStyleCnt="0"/>
      <dgm:spPr/>
    </dgm:pt>
    <dgm:pt modelId="{8E372C24-F4C0-4335-A45E-8A6663C5D2B5}" type="pres">
      <dgm:prSet presAssocID="{F1A4BCC4-0A2B-4500-BEAE-D53CAA81292E}" presName="node" presStyleLbl="revTx" presStyleIdx="0" presStyleCnt="3">
        <dgm:presLayoutVars>
          <dgm:bulletEnabled val="1"/>
        </dgm:presLayoutVars>
      </dgm:prSet>
      <dgm:spPr/>
    </dgm:pt>
    <dgm:pt modelId="{2D431A75-3784-48AB-AC25-DEBD3CD64347}" type="pres">
      <dgm:prSet presAssocID="{0C2B65F0-2173-4E8D-8349-DE18705B514A}" presName="sibTrans" presStyleLbl="node1" presStyleIdx="0" presStyleCnt="3"/>
      <dgm:spPr/>
    </dgm:pt>
    <dgm:pt modelId="{FE9CD334-4870-4448-954B-0F89E6807266}" type="pres">
      <dgm:prSet presAssocID="{62A6E2F0-82BF-4288-B68B-E8EE45C99359}" presName="dummy" presStyleCnt="0"/>
      <dgm:spPr/>
    </dgm:pt>
    <dgm:pt modelId="{776446E3-3462-4D8F-AAF0-238A38A84A56}" type="pres">
      <dgm:prSet presAssocID="{62A6E2F0-82BF-4288-B68B-E8EE45C99359}" presName="node" presStyleLbl="revTx" presStyleIdx="1" presStyleCnt="3">
        <dgm:presLayoutVars>
          <dgm:bulletEnabled val="1"/>
        </dgm:presLayoutVars>
      </dgm:prSet>
      <dgm:spPr/>
    </dgm:pt>
    <dgm:pt modelId="{43F1540D-6C5F-4E13-95BD-3F637FBE8756}" type="pres">
      <dgm:prSet presAssocID="{39F6B8BA-ED74-4B81-8151-6F153A929E49}" presName="sibTrans" presStyleLbl="node1" presStyleIdx="1" presStyleCnt="3"/>
      <dgm:spPr/>
    </dgm:pt>
    <dgm:pt modelId="{3332D2F1-2303-4D19-91FC-1A3E43BCDAB8}" type="pres">
      <dgm:prSet presAssocID="{69616FA3-0A9F-45FD-8C38-2010E4D9513E}" presName="dummy" presStyleCnt="0"/>
      <dgm:spPr/>
    </dgm:pt>
    <dgm:pt modelId="{7BE69F8A-CCBB-4C7B-80A8-894393679248}" type="pres">
      <dgm:prSet presAssocID="{69616FA3-0A9F-45FD-8C38-2010E4D9513E}" presName="node" presStyleLbl="revTx" presStyleIdx="2" presStyleCnt="3">
        <dgm:presLayoutVars>
          <dgm:bulletEnabled val="1"/>
        </dgm:presLayoutVars>
      </dgm:prSet>
      <dgm:spPr/>
    </dgm:pt>
    <dgm:pt modelId="{FB659C44-C82D-4DE6-BA1B-D7B7F915BFED}" type="pres">
      <dgm:prSet presAssocID="{D54DEA15-C88B-4D14-A397-550E6DBA5868}" presName="sibTrans" presStyleLbl="node1" presStyleIdx="2" presStyleCnt="3"/>
      <dgm:spPr/>
    </dgm:pt>
  </dgm:ptLst>
  <dgm:cxnLst>
    <dgm:cxn modelId="{FA9EBE19-49CC-43E3-8B9E-7AE8204EA500}" type="presOf" srcId="{D54DEA15-C88B-4D14-A397-550E6DBA5868}" destId="{FB659C44-C82D-4DE6-BA1B-D7B7F915BFED}" srcOrd="0" destOrd="0" presId="urn:microsoft.com/office/officeart/2005/8/layout/cycle1"/>
    <dgm:cxn modelId="{4885BE21-3435-47DA-81D5-23C8FC231407}" srcId="{51BA9DF0-7B10-4421-945B-8E8E71BD511E}" destId="{62A6E2F0-82BF-4288-B68B-E8EE45C99359}" srcOrd="1" destOrd="0" parTransId="{34E57DE1-C9D0-45D7-8226-32E17E3B6B80}" sibTransId="{39F6B8BA-ED74-4B81-8151-6F153A929E49}"/>
    <dgm:cxn modelId="{E8A3B224-F2C5-4EB8-A530-445B410B815A}" type="presOf" srcId="{F1A4BCC4-0A2B-4500-BEAE-D53CAA81292E}" destId="{8E372C24-F4C0-4335-A45E-8A6663C5D2B5}" srcOrd="0" destOrd="0" presId="urn:microsoft.com/office/officeart/2005/8/layout/cycle1"/>
    <dgm:cxn modelId="{81148727-8F51-419A-AA3B-2EEF74C174DE}" type="presOf" srcId="{69616FA3-0A9F-45FD-8C38-2010E4D9513E}" destId="{7BE69F8A-CCBB-4C7B-80A8-894393679248}" srcOrd="0" destOrd="0" presId="urn:microsoft.com/office/officeart/2005/8/layout/cycle1"/>
    <dgm:cxn modelId="{B5909757-2866-44AC-807B-D6BB5C9504B6}" srcId="{51BA9DF0-7B10-4421-945B-8E8E71BD511E}" destId="{69616FA3-0A9F-45FD-8C38-2010E4D9513E}" srcOrd="2" destOrd="0" parTransId="{B41F22F7-59D2-40E0-9F4A-63090D456264}" sibTransId="{D54DEA15-C88B-4D14-A397-550E6DBA5868}"/>
    <dgm:cxn modelId="{DBFB5B81-20DF-4587-8557-35897A23DF9E}" type="presOf" srcId="{51BA9DF0-7B10-4421-945B-8E8E71BD511E}" destId="{A52F28DF-D927-4646-932D-78D64557E5F7}" srcOrd="0" destOrd="0" presId="urn:microsoft.com/office/officeart/2005/8/layout/cycle1"/>
    <dgm:cxn modelId="{06AA2988-395F-47D5-9737-37EFD5FA4CD8}" type="presOf" srcId="{39F6B8BA-ED74-4B81-8151-6F153A929E49}" destId="{43F1540D-6C5F-4E13-95BD-3F637FBE8756}" srcOrd="0" destOrd="0" presId="urn:microsoft.com/office/officeart/2005/8/layout/cycle1"/>
    <dgm:cxn modelId="{E195F7B8-3A2C-4136-98EE-102528AF584F}" type="presOf" srcId="{0C2B65F0-2173-4E8D-8349-DE18705B514A}" destId="{2D431A75-3784-48AB-AC25-DEBD3CD64347}" srcOrd="0" destOrd="0" presId="urn:microsoft.com/office/officeart/2005/8/layout/cycle1"/>
    <dgm:cxn modelId="{A4715CD1-613A-4161-92F2-C18B8D5BB345}" srcId="{51BA9DF0-7B10-4421-945B-8E8E71BD511E}" destId="{F1A4BCC4-0A2B-4500-BEAE-D53CAA81292E}" srcOrd="0" destOrd="0" parTransId="{8B300455-B045-444D-A520-962B62EA6D64}" sibTransId="{0C2B65F0-2173-4E8D-8349-DE18705B514A}"/>
    <dgm:cxn modelId="{A2BBA2F4-0FEC-4B1C-B030-81838FAD70E5}" type="presOf" srcId="{62A6E2F0-82BF-4288-B68B-E8EE45C99359}" destId="{776446E3-3462-4D8F-AAF0-238A38A84A56}" srcOrd="0" destOrd="0" presId="urn:microsoft.com/office/officeart/2005/8/layout/cycle1"/>
    <dgm:cxn modelId="{EF0C62E4-2ECA-420F-8DD1-31C4065D5EAC}" type="presParOf" srcId="{A52F28DF-D927-4646-932D-78D64557E5F7}" destId="{A582839F-1EB4-4F68-9A01-68FF4FE53E62}" srcOrd="0" destOrd="0" presId="urn:microsoft.com/office/officeart/2005/8/layout/cycle1"/>
    <dgm:cxn modelId="{2AD2A9CA-5968-411A-AC24-0CEEF9B7D6AD}" type="presParOf" srcId="{A52F28DF-D927-4646-932D-78D64557E5F7}" destId="{8E372C24-F4C0-4335-A45E-8A6663C5D2B5}" srcOrd="1" destOrd="0" presId="urn:microsoft.com/office/officeart/2005/8/layout/cycle1"/>
    <dgm:cxn modelId="{A4729389-C087-4878-A5C5-41088B64146A}" type="presParOf" srcId="{A52F28DF-D927-4646-932D-78D64557E5F7}" destId="{2D431A75-3784-48AB-AC25-DEBD3CD64347}" srcOrd="2" destOrd="0" presId="urn:microsoft.com/office/officeart/2005/8/layout/cycle1"/>
    <dgm:cxn modelId="{6743653E-D920-4351-A004-17BC47FD4DBD}" type="presParOf" srcId="{A52F28DF-D927-4646-932D-78D64557E5F7}" destId="{FE9CD334-4870-4448-954B-0F89E6807266}" srcOrd="3" destOrd="0" presId="urn:microsoft.com/office/officeart/2005/8/layout/cycle1"/>
    <dgm:cxn modelId="{885126B2-0CDD-4579-B625-E5C6137E5559}" type="presParOf" srcId="{A52F28DF-D927-4646-932D-78D64557E5F7}" destId="{776446E3-3462-4D8F-AAF0-238A38A84A56}" srcOrd="4" destOrd="0" presId="urn:microsoft.com/office/officeart/2005/8/layout/cycle1"/>
    <dgm:cxn modelId="{483B7B52-0DA2-4ACE-B849-BA856AE16FC6}" type="presParOf" srcId="{A52F28DF-D927-4646-932D-78D64557E5F7}" destId="{43F1540D-6C5F-4E13-95BD-3F637FBE8756}" srcOrd="5" destOrd="0" presId="urn:microsoft.com/office/officeart/2005/8/layout/cycle1"/>
    <dgm:cxn modelId="{45189C7F-A742-480A-9B5F-C468094D38EB}" type="presParOf" srcId="{A52F28DF-D927-4646-932D-78D64557E5F7}" destId="{3332D2F1-2303-4D19-91FC-1A3E43BCDAB8}" srcOrd="6" destOrd="0" presId="urn:microsoft.com/office/officeart/2005/8/layout/cycle1"/>
    <dgm:cxn modelId="{0DE268FC-3F43-464C-823E-890BCAD44EDA}" type="presParOf" srcId="{A52F28DF-D927-4646-932D-78D64557E5F7}" destId="{7BE69F8A-CCBB-4C7B-80A8-894393679248}" srcOrd="7" destOrd="0" presId="urn:microsoft.com/office/officeart/2005/8/layout/cycle1"/>
    <dgm:cxn modelId="{AE5E0686-89AC-4583-94EC-C3C92DF9F6C8}" type="presParOf" srcId="{A52F28DF-D927-4646-932D-78D64557E5F7}" destId="{FB659C44-C82D-4DE6-BA1B-D7B7F915BFED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431CFF1-2A1C-47DE-9D0A-3CC7EF29DB4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1DDFD0D-9978-4E0D-9D54-72E322EA1D7A}">
      <dgm:prSet/>
      <dgm:spPr/>
      <dgm:t>
        <a:bodyPr/>
        <a:lstStyle/>
        <a:p>
          <a:r>
            <a:rPr lang="en-US"/>
            <a:t>• Identified logistics inefficiencies</a:t>
          </a:r>
        </a:p>
      </dgm:t>
    </dgm:pt>
    <dgm:pt modelId="{664E10F4-C61E-4AC1-AE94-DD7CE0DBDA52}" type="parTrans" cxnId="{33F8F590-CA9D-4381-B65A-D998F9947F84}">
      <dgm:prSet/>
      <dgm:spPr/>
      <dgm:t>
        <a:bodyPr/>
        <a:lstStyle/>
        <a:p>
          <a:endParaRPr lang="en-US"/>
        </a:p>
      </dgm:t>
    </dgm:pt>
    <dgm:pt modelId="{E00AD756-3906-489A-B3EA-4C06FD140E6D}" type="sibTrans" cxnId="{33F8F590-CA9D-4381-B65A-D998F9947F84}">
      <dgm:prSet/>
      <dgm:spPr/>
      <dgm:t>
        <a:bodyPr/>
        <a:lstStyle/>
        <a:p>
          <a:endParaRPr lang="en-US"/>
        </a:p>
      </dgm:t>
    </dgm:pt>
    <dgm:pt modelId="{9C32238E-095C-4CA1-85D4-838B99825FBC}">
      <dgm:prSet/>
      <dgm:spPr/>
      <dgm:t>
        <a:bodyPr/>
        <a:lstStyle/>
        <a:p>
          <a:r>
            <a:rPr lang="en-US"/>
            <a:t>• Data-driven optimization insights</a:t>
          </a:r>
        </a:p>
      </dgm:t>
    </dgm:pt>
    <dgm:pt modelId="{BB4AB8A6-5D36-4C6B-BD6D-359C298A195E}" type="parTrans" cxnId="{64FDDCD7-941F-4D09-9215-A839C989C723}">
      <dgm:prSet/>
      <dgm:spPr/>
      <dgm:t>
        <a:bodyPr/>
        <a:lstStyle/>
        <a:p>
          <a:endParaRPr lang="en-US"/>
        </a:p>
      </dgm:t>
    </dgm:pt>
    <dgm:pt modelId="{E8BC610A-FCD8-450E-A5CD-2E46242AA1F3}" type="sibTrans" cxnId="{64FDDCD7-941F-4D09-9215-A839C989C723}">
      <dgm:prSet/>
      <dgm:spPr/>
      <dgm:t>
        <a:bodyPr/>
        <a:lstStyle/>
        <a:p>
          <a:endParaRPr lang="en-US"/>
        </a:p>
      </dgm:t>
    </dgm:pt>
    <dgm:pt modelId="{81D9CE18-4547-4514-96F1-5E805060C6E5}">
      <dgm:prSet/>
      <dgm:spPr/>
      <dgm:t>
        <a:bodyPr/>
        <a:lstStyle/>
        <a:p>
          <a:r>
            <a:rPr lang="en-US"/>
            <a:t>• SQL enables smarter delivery decisions</a:t>
          </a:r>
        </a:p>
      </dgm:t>
    </dgm:pt>
    <dgm:pt modelId="{FBDAE279-B568-467F-B1DF-A6AC42F39E42}" type="parTrans" cxnId="{B343B867-1B79-43E8-9A1E-DD3E4729AD2D}">
      <dgm:prSet/>
      <dgm:spPr/>
      <dgm:t>
        <a:bodyPr/>
        <a:lstStyle/>
        <a:p>
          <a:endParaRPr lang="en-US"/>
        </a:p>
      </dgm:t>
    </dgm:pt>
    <dgm:pt modelId="{41576E72-1C47-4C4F-9BAB-EC16B2818A34}" type="sibTrans" cxnId="{B343B867-1B79-43E8-9A1E-DD3E4729AD2D}">
      <dgm:prSet/>
      <dgm:spPr/>
      <dgm:t>
        <a:bodyPr/>
        <a:lstStyle/>
        <a:p>
          <a:endParaRPr lang="en-US"/>
        </a:p>
      </dgm:t>
    </dgm:pt>
    <dgm:pt modelId="{983F4E75-45B0-4975-8BA6-F8765C547393}" type="pres">
      <dgm:prSet presAssocID="{D431CFF1-2A1C-47DE-9D0A-3CC7EF29DB42}" presName="root" presStyleCnt="0">
        <dgm:presLayoutVars>
          <dgm:dir/>
          <dgm:resizeHandles val="exact"/>
        </dgm:presLayoutVars>
      </dgm:prSet>
      <dgm:spPr/>
    </dgm:pt>
    <dgm:pt modelId="{2568C558-18CE-4452-BE90-98E9D1802F55}" type="pres">
      <dgm:prSet presAssocID="{01DDFD0D-9978-4E0D-9D54-72E322EA1D7A}" presName="compNode" presStyleCnt="0"/>
      <dgm:spPr/>
    </dgm:pt>
    <dgm:pt modelId="{E67DCD3E-2A02-4BBC-96E6-2546C1FCE840}" type="pres">
      <dgm:prSet presAssocID="{01DDFD0D-9978-4E0D-9D54-72E322EA1D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35A9B915-220A-4CF0-94D6-6736B3362D8B}" type="pres">
      <dgm:prSet presAssocID="{01DDFD0D-9978-4E0D-9D54-72E322EA1D7A}" presName="spaceRect" presStyleCnt="0"/>
      <dgm:spPr/>
    </dgm:pt>
    <dgm:pt modelId="{09C78288-5BB6-460A-8126-FB1A7916CAC9}" type="pres">
      <dgm:prSet presAssocID="{01DDFD0D-9978-4E0D-9D54-72E322EA1D7A}" presName="textRect" presStyleLbl="revTx" presStyleIdx="0" presStyleCnt="3">
        <dgm:presLayoutVars>
          <dgm:chMax val="1"/>
          <dgm:chPref val="1"/>
        </dgm:presLayoutVars>
      </dgm:prSet>
      <dgm:spPr/>
    </dgm:pt>
    <dgm:pt modelId="{97091DAF-140B-4985-B34B-2296BAD579E2}" type="pres">
      <dgm:prSet presAssocID="{E00AD756-3906-489A-B3EA-4C06FD140E6D}" presName="sibTrans" presStyleCnt="0"/>
      <dgm:spPr/>
    </dgm:pt>
    <dgm:pt modelId="{A68CC1BA-A0AC-4CBF-9AEA-9C61BF42F9F0}" type="pres">
      <dgm:prSet presAssocID="{9C32238E-095C-4CA1-85D4-838B99825FBC}" presName="compNode" presStyleCnt="0"/>
      <dgm:spPr/>
    </dgm:pt>
    <dgm:pt modelId="{5F75520B-1ED4-44B5-A661-3F864962C965}" type="pres">
      <dgm:prSet presAssocID="{9C32238E-095C-4CA1-85D4-838B99825F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741C67E0-392E-4E07-87F1-87406F143E86}" type="pres">
      <dgm:prSet presAssocID="{9C32238E-095C-4CA1-85D4-838B99825FBC}" presName="spaceRect" presStyleCnt="0"/>
      <dgm:spPr/>
    </dgm:pt>
    <dgm:pt modelId="{86477966-6B5A-4398-9449-CCA04B367DA3}" type="pres">
      <dgm:prSet presAssocID="{9C32238E-095C-4CA1-85D4-838B99825FBC}" presName="textRect" presStyleLbl="revTx" presStyleIdx="1" presStyleCnt="3">
        <dgm:presLayoutVars>
          <dgm:chMax val="1"/>
          <dgm:chPref val="1"/>
        </dgm:presLayoutVars>
      </dgm:prSet>
      <dgm:spPr/>
    </dgm:pt>
    <dgm:pt modelId="{B6CACC86-1235-4728-9ADD-5834DA69877A}" type="pres">
      <dgm:prSet presAssocID="{E8BC610A-FCD8-450E-A5CD-2E46242AA1F3}" presName="sibTrans" presStyleCnt="0"/>
      <dgm:spPr/>
    </dgm:pt>
    <dgm:pt modelId="{3CDDD9CB-DD16-472A-B2A2-8E919FA80180}" type="pres">
      <dgm:prSet presAssocID="{81D9CE18-4547-4514-96F1-5E805060C6E5}" presName="compNode" presStyleCnt="0"/>
      <dgm:spPr/>
    </dgm:pt>
    <dgm:pt modelId="{3872F4FB-E9F2-4EDD-AD7E-32212DD5CE47}" type="pres">
      <dgm:prSet presAssocID="{81D9CE18-4547-4514-96F1-5E805060C6E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5B89A7E-C444-4433-85B2-AD14C9B4ECEB}" type="pres">
      <dgm:prSet presAssocID="{81D9CE18-4547-4514-96F1-5E805060C6E5}" presName="spaceRect" presStyleCnt="0"/>
      <dgm:spPr/>
    </dgm:pt>
    <dgm:pt modelId="{5A196D17-D6A5-4697-853D-9A9A3BE5C519}" type="pres">
      <dgm:prSet presAssocID="{81D9CE18-4547-4514-96F1-5E805060C6E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7688E45-D93A-463B-A06A-A4D6CBFDB15E}" type="presOf" srcId="{81D9CE18-4547-4514-96F1-5E805060C6E5}" destId="{5A196D17-D6A5-4697-853D-9A9A3BE5C519}" srcOrd="0" destOrd="0" presId="urn:microsoft.com/office/officeart/2018/2/layout/IconLabelList"/>
    <dgm:cxn modelId="{B343B867-1B79-43E8-9A1E-DD3E4729AD2D}" srcId="{D431CFF1-2A1C-47DE-9D0A-3CC7EF29DB42}" destId="{81D9CE18-4547-4514-96F1-5E805060C6E5}" srcOrd="2" destOrd="0" parTransId="{FBDAE279-B568-467F-B1DF-A6AC42F39E42}" sibTransId="{41576E72-1C47-4C4F-9BAB-EC16B2818A34}"/>
    <dgm:cxn modelId="{49447080-BD8D-407E-B016-F50651AB6357}" type="presOf" srcId="{D431CFF1-2A1C-47DE-9D0A-3CC7EF29DB42}" destId="{983F4E75-45B0-4975-8BA6-F8765C547393}" srcOrd="0" destOrd="0" presId="urn:microsoft.com/office/officeart/2018/2/layout/IconLabelList"/>
    <dgm:cxn modelId="{33F8F590-CA9D-4381-B65A-D998F9947F84}" srcId="{D431CFF1-2A1C-47DE-9D0A-3CC7EF29DB42}" destId="{01DDFD0D-9978-4E0D-9D54-72E322EA1D7A}" srcOrd="0" destOrd="0" parTransId="{664E10F4-C61E-4AC1-AE94-DD7CE0DBDA52}" sibTransId="{E00AD756-3906-489A-B3EA-4C06FD140E6D}"/>
    <dgm:cxn modelId="{C0A1AEC0-2678-4994-8E07-052EE6FDF809}" type="presOf" srcId="{01DDFD0D-9978-4E0D-9D54-72E322EA1D7A}" destId="{09C78288-5BB6-460A-8126-FB1A7916CAC9}" srcOrd="0" destOrd="0" presId="urn:microsoft.com/office/officeart/2018/2/layout/IconLabelList"/>
    <dgm:cxn modelId="{64FDDCD7-941F-4D09-9215-A839C989C723}" srcId="{D431CFF1-2A1C-47DE-9D0A-3CC7EF29DB42}" destId="{9C32238E-095C-4CA1-85D4-838B99825FBC}" srcOrd="1" destOrd="0" parTransId="{BB4AB8A6-5D36-4C6B-BD6D-359C298A195E}" sibTransId="{E8BC610A-FCD8-450E-A5CD-2E46242AA1F3}"/>
    <dgm:cxn modelId="{04E0EFEB-F262-422B-9EB7-797D71FBD872}" type="presOf" srcId="{9C32238E-095C-4CA1-85D4-838B99825FBC}" destId="{86477966-6B5A-4398-9449-CCA04B367DA3}" srcOrd="0" destOrd="0" presId="urn:microsoft.com/office/officeart/2018/2/layout/IconLabelList"/>
    <dgm:cxn modelId="{FEEEECF5-B2D5-4ADA-BD43-A18443362D13}" type="presParOf" srcId="{983F4E75-45B0-4975-8BA6-F8765C547393}" destId="{2568C558-18CE-4452-BE90-98E9D1802F55}" srcOrd="0" destOrd="0" presId="urn:microsoft.com/office/officeart/2018/2/layout/IconLabelList"/>
    <dgm:cxn modelId="{71B14E71-41F3-4051-93B7-575139C43339}" type="presParOf" srcId="{2568C558-18CE-4452-BE90-98E9D1802F55}" destId="{E67DCD3E-2A02-4BBC-96E6-2546C1FCE840}" srcOrd="0" destOrd="0" presId="urn:microsoft.com/office/officeart/2018/2/layout/IconLabelList"/>
    <dgm:cxn modelId="{876FAE12-B4BF-493C-9C2C-805B80BEAFDF}" type="presParOf" srcId="{2568C558-18CE-4452-BE90-98E9D1802F55}" destId="{35A9B915-220A-4CF0-94D6-6736B3362D8B}" srcOrd="1" destOrd="0" presId="urn:microsoft.com/office/officeart/2018/2/layout/IconLabelList"/>
    <dgm:cxn modelId="{32E9835C-48DE-4064-A859-C55952A62979}" type="presParOf" srcId="{2568C558-18CE-4452-BE90-98E9D1802F55}" destId="{09C78288-5BB6-460A-8126-FB1A7916CAC9}" srcOrd="2" destOrd="0" presId="urn:microsoft.com/office/officeart/2018/2/layout/IconLabelList"/>
    <dgm:cxn modelId="{4E1CD49A-E517-4ABF-A96E-F311B2BCC24A}" type="presParOf" srcId="{983F4E75-45B0-4975-8BA6-F8765C547393}" destId="{97091DAF-140B-4985-B34B-2296BAD579E2}" srcOrd="1" destOrd="0" presId="urn:microsoft.com/office/officeart/2018/2/layout/IconLabelList"/>
    <dgm:cxn modelId="{73ED125F-DDFF-4523-A3AB-0EA8BDA41A0A}" type="presParOf" srcId="{983F4E75-45B0-4975-8BA6-F8765C547393}" destId="{A68CC1BA-A0AC-4CBF-9AEA-9C61BF42F9F0}" srcOrd="2" destOrd="0" presId="urn:microsoft.com/office/officeart/2018/2/layout/IconLabelList"/>
    <dgm:cxn modelId="{368B72C5-AF96-4563-B115-58E0F54063C7}" type="presParOf" srcId="{A68CC1BA-A0AC-4CBF-9AEA-9C61BF42F9F0}" destId="{5F75520B-1ED4-44B5-A661-3F864962C965}" srcOrd="0" destOrd="0" presId="urn:microsoft.com/office/officeart/2018/2/layout/IconLabelList"/>
    <dgm:cxn modelId="{7B4D2B0D-9D6B-4809-A0CF-97728D2597B3}" type="presParOf" srcId="{A68CC1BA-A0AC-4CBF-9AEA-9C61BF42F9F0}" destId="{741C67E0-392E-4E07-87F1-87406F143E86}" srcOrd="1" destOrd="0" presId="urn:microsoft.com/office/officeart/2018/2/layout/IconLabelList"/>
    <dgm:cxn modelId="{F23BE475-8AE3-4B80-82E1-243BCDF3FCA8}" type="presParOf" srcId="{A68CC1BA-A0AC-4CBF-9AEA-9C61BF42F9F0}" destId="{86477966-6B5A-4398-9449-CCA04B367DA3}" srcOrd="2" destOrd="0" presId="urn:microsoft.com/office/officeart/2018/2/layout/IconLabelList"/>
    <dgm:cxn modelId="{EA7927DB-A1D4-40E4-8DB6-DFDB4BF5DA7B}" type="presParOf" srcId="{983F4E75-45B0-4975-8BA6-F8765C547393}" destId="{B6CACC86-1235-4728-9ADD-5834DA69877A}" srcOrd="3" destOrd="0" presId="urn:microsoft.com/office/officeart/2018/2/layout/IconLabelList"/>
    <dgm:cxn modelId="{1FFF53B3-B189-4195-BC3C-0A6CDD705E72}" type="presParOf" srcId="{983F4E75-45B0-4975-8BA6-F8765C547393}" destId="{3CDDD9CB-DD16-472A-B2A2-8E919FA80180}" srcOrd="4" destOrd="0" presId="urn:microsoft.com/office/officeart/2018/2/layout/IconLabelList"/>
    <dgm:cxn modelId="{782A5803-1D69-459D-B0DD-3198D298D2C3}" type="presParOf" srcId="{3CDDD9CB-DD16-472A-B2A2-8E919FA80180}" destId="{3872F4FB-E9F2-4EDD-AD7E-32212DD5CE47}" srcOrd="0" destOrd="0" presId="urn:microsoft.com/office/officeart/2018/2/layout/IconLabelList"/>
    <dgm:cxn modelId="{8F3DBFBD-9DD2-4469-AD2C-46131CDAD1CE}" type="presParOf" srcId="{3CDDD9CB-DD16-472A-B2A2-8E919FA80180}" destId="{F5B89A7E-C444-4433-85B2-AD14C9B4ECEB}" srcOrd="1" destOrd="0" presId="urn:microsoft.com/office/officeart/2018/2/layout/IconLabelList"/>
    <dgm:cxn modelId="{E9038146-887A-424C-91D9-0EFE25255946}" type="presParOf" srcId="{3CDDD9CB-DD16-472A-B2A2-8E919FA80180}" destId="{5A196D17-D6A5-4697-853D-9A9A3BE5C51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F4E91-18CD-43D5-9F8A-9198A0C5A4DF}">
      <dsp:nvSpPr>
        <dsp:cNvPr id="0" name=""/>
        <dsp:cNvSpPr/>
      </dsp:nvSpPr>
      <dsp:spPr>
        <a:xfrm>
          <a:off x="0" y="671"/>
          <a:ext cx="4697730" cy="15723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85FD8-9CC5-4258-B5A5-7376092AA4D7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E3DF0-0B6A-4AE3-A279-4F0E038088CB}">
      <dsp:nvSpPr>
        <dsp:cNvPr id="0" name=""/>
        <dsp:cNvSpPr/>
      </dsp:nvSpPr>
      <dsp:spPr>
        <a:xfrm>
          <a:off x="1816103" y="671"/>
          <a:ext cx="288162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Name : KIREETI AVULA</a:t>
          </a:r>
        </a:p>
      </dsp:txBody>
      <dsp:txXfrm>
        <a:off x="1816103" y="671"/>
        <a:ext cx="2881626" cy="1572384"/>
      </dsp:txXfrm>
    </dsp:sp>
    <dsp:sp modelId="{66825118-6B63-4EB0-B1D1-2107A185156B}">
      <dsp:nvSpPr>
        <dsp:cNvPr id="0" name=""/>
        <dsp:cNvSpPr/>
      </dsp:nvSpPr>
      <dsp:spPr>
        <a:xfrm>
          <a:off x="0" y="1966151"/>
          <a:ext cx="4697730" cy="15723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28DC0-D5DE-4763-BD73-60E58DD4D2D3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5657F-488F-4EC7-AB1C-9C73DB4ECF47}">
      <dsp:nvSpPr>
        <dsp:cNvPr id="0" name=""/>
        <dsp:cNvSpPr/>
      </dsp:nvSpPr>
      <dsp:spPr>
        <a:xfrm>
          <a:off x="1816103" y="1966151"/>
          <a:ext cx="288162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libri"/>
            </a:rPr>
            <a:t>Batch</a:t>
          </a:r>
          <a:r>
            <a:rPr lang="en-US" sz="2500" kern="1200" dirty="0"/>
            <a:t> : 1ST NOV DATA SCIENCE</a:t>
          </a:r>
        </a:p>
      </dsp:txBody>
      <dsp:txXfrm>
        <a:off x="1816103" y="1966151"/>
        <a:ext cx="2881626" cy="1572384"/>
      </dsp:txXfrm>
    </dsp:sp>
    <dsp:sp modelId="{D4AE72BE-2C3F-4E9B-A596-82D1C57E8045}">
      <dsp:nvSpPr>
        <dsp:cNvPr id="0" name=""/>
        <dsp:cNvSpPr/>
      </dsp:nvSpPr>
      <dsp:spPr>
        <a:xfrm>
          <a:off x="0" y="3931632"/>
          <a:ext cx="4697730" cy="15723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18844-02D7-4134-A2E5-DEE305167CBB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F7D33-10DA-4514-A308-31E2BAD168CF}">
      <dsp:nvSpPr>
        <dsp:cNvPr id="0" name=""/>
        <dsp:cNvSpPr/>
      </dsp:nvSpPr>
      <dsp:spPr>
        <a:xfrm>
          <a:off x="1816103" y="3931632"/>
          <a:ext cx="288162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libri"/>
            </a:rPr>
            <a:t>Date</a:t>
          </a:r>
          <a:r>
            <a:rPr lang="en-US" sz="2500" kern="1200" dirty="0"/>
            <a:t> : 09-02-2026</a:t>
          </a:r>
        </a:p>
      </dsp:txBody>
      <dsp:txXfrm>
        <a:off x="1816103" y="3931632"/>
        <a:ext cx="2881626" cy="15723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325FE-CC8D-484A-9953-3D0B4E667552}">
      <dsp:nvSpPr>
        <dsp:cNvPr id="0" name=""/>
        <dsp:cNvSpPr/>
      </dsp:nvSpPr>
      <dsp:spPr>
        <a:xfrm>
          <a:off x="425810" y="931461"/>
          <a:ext cx="3661010" cy="3661010"/>
        </a:xfrm>
        <a:prstGeom prst="pie">
          <a:avLst>
            <a:gd name="adj1" fmla="val 1620000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Checked duplicate Order_IDs (PK enforced)</a:t>
          </a:r>
        </a:p>
      </dsp:txBody>
      <dsp:txXfrm>
        <a:off x="2298155" y="1608748"/>
        <a:ext cx="1351087" cy="1089586"/>
      </dsp:txXfrm>
    </dsp:sp>
    <dsp:sp modelId="{8B9848E8-CB5A-49BC-8D8A-8B0432B64998}">
      <dsp:nvSpPr>
        <dsp:cNvPr id="0" name=""/>
        <dsp:cNvSpPr/>
      </dsp:nvSpPr>
      <dsp:spPr>
        <a:xfrm>
          <a:off x="271524" y="1085746"/>
          <a:ext cx="3661010" cy="3661010"/>
        </a:xfrm>
        <a:prstGeom prst="pie">
          <a:avLst>
            <a:gd name="adj1" fmla="val 0"/>
            <a:gd name="adj2" fmla="val 54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Replaced NULL Traffic_Delay_Min</a:t>
          </a:r>
        </a:p>
      </dsp:txBody>
      <dsp:txXfrm>
        <a:off x="2167405" y="2981627"/>
        <a:ext cx="1351087" cy="1089586"/>
      </dsp:txXfrm>
    </dsp:sp>
    <dsp:sp modelId="{CC2F2F9B-00D8-453E-A8AD-4B9F66B6521C}">
      <dsp:nvSpPr>
        <dsp:cNvPr id="0" name=""/>
        <dsp:cNvSpPr/>
      </dsp:nvSpPr>
      <dsp:spPr>
        <a:xfrm>
          <a:off x="271524" y="1085746"/>
          <a:ext cx="3661010" cy="3661010"/>
        </a:xfrm>
        <a:prstGeom prst="pie">
          <a:avLst>
            <a:gd name="adj1" fmla="val 5400000"/>
            <a:gd name="adj2" fmla="val 108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Validated date formats</a:t>
          </a:r>
        </a:p>
      </dsp:txBody>
      <dsp:txXfrm>
        <a:off x="685567" y="2981627"/>
        <a:ext cx="1351087" cy="1089586"/>
      </dsp:txXfrm>
    </dsp:sp>
    <dsp:sp modelId="{6AB3CF8F-CE73-4985-BC25-2E5228557455}">
      <dsp:nvSpPr>
        <dsp:cNvPr id="0" name=""/>
        <dsp:cNvSpPr/>
      </dsp:nvSpPr>
      <dsp:spPr>
        <a:xfrm>
          <a:off x="271524" y="1085746"/>
          <a:ext cx="3661010" cy="3661010"/>
        </a:xfrm>
        <a:prstGeom prst="pie">
          <a:avLst>
            <a:gd name="adj1" fmla="val 108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•Flagged invalid delivery dates</a:t>
          </a:r>
        </a:p>
      </dsp:txBody>
      <dsp:txXfrm>
        <a:off x="685567" y="1761290"/>
        <a:ext cx="1351087" cy="1089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57A3C-61DA-40A6-B805-26269B337928}">
      <dsp:nvSpPr>
        <dsp:cNvPr id="0" name=""/>
        <dsp:cNvSpPr/>
      </dsp:nvSpPr>
      <dsp:spPr>
        <a:xfrm>
          <a:off x="0" y="4274295"/>
          <a:ext cx="4358346" cy="1402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Ranked orders by warehouse delay</a:t>
          </a:r>
        </a:p>
      </dsp:txBody>
      <dsp:txXfrm>
        <a:off x="0" y="4274295"/>
        <a:ext cx="4358346" cy="1402919"/>
      </dsp:txXfrm>
    </dsp:sp>
    <dsp:sp modelId="{44A62853-6E3F-4134-8073-1B0F23CD2FA3}">
      <dsp:nvSpPr>
        <dsp:cNvPr id="0" name=""/>
        <dsp:cNvSpPr/>
      </dsp:nvSpPr>
      <dsp:spPr>
        <a:xfrm rot="10800000">
          <a:off x="0" y="2137649"/>
          <a:ext cx="4358346" cy="2157689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Identified top delayed routes</a:t>
          </a:r>
        </a:p>
      </dsp:txBody>
      <dsp:txXfrm rot="10800000">
        <a:off x="0" y="2137649"/>
        <a:ext cx="4358346" cy="1402002"/>
      </dsp:txXfrm>
    </dsp:sp>
    <dsp:sp modelId="{202A205D-6D58-40E9-B18C-7B8A6BEFC4F3}">
      <dsp:nvSpPr>
        <dsp:cNvPr id="0" name=""/>
        <dsp:cNvSpPr/>
      </dsp:nvSpPr>
      <dsp:spPr>
        <a:xfrm rot="10800000">
          <a:off x="0" y="1003"/>
          <a:ext cx="4358346" cy="2157689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Calculated delivery delay in days</a:t>
          </a:r>
        </a:p>
      </dsp:txBody>
      <dsp:txXfrm rot="10800000">
        <a:off x="0" y="1003"/>
        <a:ext cx="4358346" cy="1402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F3F4F-07E4-40C7-A91E-8998395FDE9B}">
      <dsp:nvSpPr>
        <dsp:cNvPr id="0" name=""/>
        <dsp:cNvSpPr/>
      </dsp:nvSpPr>
      <dsp:spPr>
        <a:xfrm>
          <a:off x="851" y="1386894"/>
          <a:ext cx="1815268" cy="10891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Avg delivery time per route</a:t>
          </a:r>
        </a:p>
      </dsp:txBody>
      <dsp:txXfrm>
        <a:off x="32751" y="1418794"/>
        <a:ext cx="1751468" cy="1025360"/>
      </dsp:txXfrm>
    </dsp:sp>
    <dsp:sp modelId="{8B0D4FE1-91F7-4213-9B83-7D77430BB924}">
      <dsp:nvSpPr>
        <dsp:cNvPr id="0" name=""/>
        <dsp:cNvSpPr/>
      </dsp:nvSpPr>
      <dsp:spPr>
        <a:xfrm>
          <a:off x="1975862" y="1706382"/>
          <a:ext cx="384836" cy="4501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975862" y="1796419"/>
        <a:ext cx="269385" cy="270112"/>
      </dsp:txXfrm>
    </dsp:sp>
    <dsp:sp modelId="{BE0D353D-25F0-4B48-94B1-A566DD603D33}">
      <dsp:nvSpPr>
        <dsp:cNvPr id="0" name=""/>
        <dsp:cNvSpPr/>
      </dsp:nvSpPr>
      <dsp:spPr>
        <a:xfrm>
          <a:off x="2542226" y="1386894"/>
          <a:ext cx="1815268" cy="10891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Traffic delay &amp; efficiency ratio</a:t>
          </a:r>
        </a:p>
      </dsp:txBody>
      <dsp:txXfrm>
        <a:off x="2574126" y="1418794"/>
        <a:ext cx="1751468" cy="1025360"/>
      </dsp:txXfrm>
    </dsp:sp>
    <dsp:sp modelId="{A11EA65D-218F-4607-883B-DC5D0E7A9F24}">
      <dsp:nvSpPr>
        <dsp:cNvPr id="0" name=""/>
        <dsp:cNvSpPr/>
      </dsp:nvSpPr>
      <dsp:spPr>
        <a:xfrm rot="5400000">
          <a:off x="3257442" y="2603124"/>
          <a:ext cx="384836" cy="4501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3314805" y="2635799"/>
        <a:ext cx="270112" cy="269385"/>
      </dsp:txXfrm>
    </dsp:sp>
    <dsp:sp modelId="{B55580EF-C5DE-4887-9AE6-0CCCD98D09E2}">
      <dsp:nvSpPr>
        <dsp:cNvPr id="0" name=""/>
        <dsp:cNvSpPr/>
      </dsp:nvSpPr>
      <dsp:spPr>
        <a:xfrm>
          <a:off x="2542226" y="3202163"/>
          <a:ext cx="1815268" cy="10891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Routes with &gt;20% delays</a:t>
          </a:r>
        </a:p>
      </dsp:txBody>
      <dsp:txXfrm>
        <a:off x="2574126" y="3234063"/>
        <a:ext cx="1751468" cy="1025360"/>
      </dsp:txXfrm>
    </dsp:sp>
    <dsp:sp modelId="{86C00EA6-DD80-4F41-8EC1-204FB599A768}">
      <dsp:nvSpPr>
        <dsp:cNvPr id="0" name=""/>
        <dsp:cNvSpPr/>
      </dsp:nvSpPr>
      <dsp:spPr>
        <a:xfrm rot="10800000">
          <a:off x="1997646" y="3521650"/>
          <a:ext cx="384836" cy="4501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113097" y="3611687"/>
        <a:ext cx="269385" cy="270112"/>
      </dsp:txXfrm>
    </dsp:sp>
    <dsp:sp modelId="{6E642191-94DB-4D80-934E-FC9002D79E17}">
      <dsp:nvSpPr>
        <dsp:cNvPr id="0" name=""/>
        <dsp:cNvSpPr/>
      </dsp:nvSpPr>
      <dsp:spPr>
        <a:xfrm>
          <a:off x="851" y="3202163"/>
          <a:ext cx="1815268" cy="10891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Optimization recommendations</a:t>
          </a:r>
        </a:p>
      </dsp:txBody>
      <dsp:txXfrm>
        <a:off x="32751" y="3234063"/>
        <a:ext cx="1751468" cy="10253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030D1-F46F-42A2-A02E-B4530C9778FD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20C31-F39C-485C-A4B6-C7C6EC89B95A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7072C-9DA6-4605-B19C-2E10F612CA3F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Routes with high average delays, poor efficiency ratios, </a:t>
          </a:r>
        </a:p>
      </dsp:txBody>
      <dsp:txXfrm>
        <a:off x="1058686" y="1808"/>
        <a:ext cx="6828013" cy="916611"/>
      </dsp:txXfrm>
    </dsp:sp>
    <dsp:sp modelId="{B9D2C0ED-533B-4107-98F2-FA399053B101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2880C-243A-4E4C-ACB0-6FCEFEC4E67B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B9E84-3899-48F0-B7B1-BF7176FDA713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and more than 20% delayed deliveries were identified as optimization candidates. </a:t>
          </a:r>
        </a:p>
      </dsp:txBody>
      <dsp:txXfrm>
        <a:off x="1058686" y="1147573"/>
        <a:ext cx="6828013" cy="916611"/>
      </dsp:txXfrm>
    </dsp:sp>
    <dsp:sp modelId="{96544A3B-967A-4CA6-8499-F3DCC452C423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83F6C-D0C3-46E0-BBEA-B826E7E5C78A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F7C70-4113-4EF1-846B-6A2D2F94B204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Recommendations include route redesign, traffic-aware scheduling, </a:t>
          </a:r>
        </a:p>
      </dsp:txBody>
      <dsp:txXfrm>
        <a:off x="1058686" y="2293338"/>
        <a:ext cx="6828013" cy="916611"/>
      </dsp:txXfrm>
    </dsp:sp>
    <dsp:sp modelId="{F2A9697D-17EB-492A-B077-28A7C0BD6022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F8724-743E-4A1E-A838-B708EE40F188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673DB-AF21-427C-8CF8-6E722410FD3B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improved agent allocation, and dynamic delivery planning.</a:t>
          </a:r>
        </a:p>
      </dsp:txBody>
      <dsp:txXfrm>
        <a:off x="1058686" y="3439103"/>
        <a:ext cx="6828013" cy="9166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B5AE2-BDFC-42C1-907A-5793999AB5AF}">
      <dsp:nvSpPr>
        <dsp:cNvPr id="0" name=""/>
        <dsp:cNvSpPr/>
      </dsp:nvSpPr>
      <dsp:spPr>
        <a:xfrm>
          <a:off x="0" y="659936"/>
          <a:ext cx="4358346" cy="4358346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9126E-A27B-49DE-83A6-50B3E6AD5CA3}">
      <dsp:nvSpPr>
        <dsp:cNvPr id="0" name=""/>
        <dsp:cNvSpPr/>
      </dsp:nvSpPr>
      <dsp:spPr>
        <a:xfrm>
          <a:off x="283292" y="943228"/>
          <a:ext cx="1743338" cy="1743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Top 3 warehouses by processing time</a:t>
          </a:r>
        </a:p>
      </dsp:txBody>
      <dsp:txXfrm>
        <a:off x="368395" y="1028331"/>
        <a:ext cx="1573132" cy="1573132"/>
      </dsp:txXfrm>
    </dsp:sp>
    <dsp:sp modelId="{D5D1ACC3-2243-46B9-8241-EF2D8BC150EF}">
      <dsp:nvSpPr>
        <dsp:cNvPr id="0" name=""/>
        <dsp:cNvSpPr/>
      </dsp:nvSpPr>
      <dsp:spPr>
        <a:xfrm>
          <a:off x="2331715" y="943228"/>
          <a:ext cx="1743338" cy="1743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Delayed vs total orders</a:t>
          </a:r>
        </a:p>
      </dsp:txBody>
      <dsp:txXfrm>
        <a:off x="2416818" y="1028331"/>
        <a:ext cx="1573132" cy="1573132"/>
      </dsp:txXfrm>
    </dsp:sp>
    <dsp:sp modelId="{49B52BA1-6C18-496E-A0B9-9A9CEEEA2AE0}">
      <dsp:nvSpPr>
        <dsp:cNvPr id="0" name=""/>
        <dsp:cNvSpPr/>
      </dsp:nvSpPr>
      <dsp:spPr>
        <a:xfrm>
          <a:off x="283292" y="2991651"/>
          <a:ext cx="1743338" cy="1743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Bottleneck warehouse detection</a:t>
          </a:r>
        </a:p>
      </dsp:txBody>
      <dsp:txXfrm>
        <a:off x="368395" y="3076754"/>
        <a:ext cx="1573132" cy="1573132"/>
      </dsp:txXfrm>
    </dsp:sp>
    <dsp:sp modelId="{F02F8B78-27EA-4F57-A6C4-5E5FC93FC170}">
      <dsp:nvSpPr>
        <dsp:cNvPr id="0" name=""/>
        <dsp:cNvSpPr/>
      </dsp:nvSpPr>
      <dsp:spPr>
        <a:xfrm>
          <a:off x="2331715" y="2991651"/>
          <a:ext cx="1743338" cy="1743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On-time % ranking</a:t>
          </a:r>
        </a:p>
      </dsp:txBody>
      <dsp:txXfrm>
        <a:off x="2416818" y="3076754"/>
        <a:ext cx="1573132" cy="15731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388A8-1C82-4A26-ACA8-750BD5C75588}">
      <dsp:nvSpPr>
        <dsp:cNvPr id="0" name=""/>
        <dsp:cNvSpPr/>
      </dsp:nvSpPr>
      <dsp:spPr>
        <a:xfrm>
          <a:off x="0" y="4274295"/>
          <a:ext cx="4358346" cy="1402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Speed comparison (Top vs Bottom)</a:t>
          </a:r>
        </a:p>
      </dsp:txBody>
      <dsp:txXfrm>
        <a:off x="0" y="4274295"/>
        <a:ext cx="4358346" cy="1402919"/>
      </dsp:txXfrm>
    </dsp:sp>
    <dsp:sp modelId="{CC61FC6D-FFAC-4220-99E7-800F498692C8}">
      <dsp:nvSpPr>
        <dsp:cNvPr id="0" name=""/>
        <dsp:cNvSpPr/>
      </dsp:nvSpPr>
      <dsp:spPr>
        <a:xfrm rot="10800000">
          <a:off x="0" y="2137649"/>
          <a:ext cx="4358346" cy="2157689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Agents with on-time &lt; 80%</a:t>
          </a:r>
        </a:p>
      </dsp:txBody>
      <dsp:txXfrm rot="10800000">
        <a:off x="0" y="2137649"/>
        <a:ext cx="4358346" cy="1402002"/>
      </dsp:txXfrm>
    </dsp:sp>
    <dsp:sp modelId="{1DCB7DE9-001F-4E8A-8506-BABDBEB78BCF}">
      <dsp:nvSpPr>
        <dsp:cNvPr id="0" name=""/>
        <dsp:cNvSpPr/>
      </dsp:nvSpPr>
      <dsp:spPr>
        <a:xfrm rot="10800000">
          <a:off x="0" y="1003"/>
          <a:ext cx="4358346" cy="2157689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Agent ranking per route</a:t>
          </a:r>
        </a:p>
      </dsp:txBody>
      <dsp:txXfrm rot="10800000">
        <a:off x="0" y="1003"/>
        <a:ext cx="4358346" cy="14020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7AF3A2-8E6C-45FC-8E30-2ACA6A3AE12F}">
      <dsp:nvSpPr>
        <dsp:cNvPr id="0" name=""/>
        <dsp:cNvSpPr/>
      </dsp:nvSpPr>
      <dsp:spPr>
        <a:xfrm>
          <a:off x="0" y="1928669"/>
          <a:ext cx="435834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74D36-CFD0-4763-9C70-9F3FAD7D2B39}">
      <dsp:nvSpPr>
        <dsp:cNvPr id="0" name=""/>
        <dsp:cNvSpPr/>
      </dsp:nvSpPr>
      <dsp:spPr>
        <a:xfrm>
          <a:off x="217917" y="1662989"/>
          <a:ext cx="3050842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ea typeface="+mn-ea"/>
              <a:cs typeface="+mn-cs"/>
            </a:rPr>
            <a:t> Last checkpoint per order</a:t>
          </a:r>
        </a:p>
      </dsp:txBody>
      <dsp:txXfrm>
        <a:off x="243856" y="1688928"/>
        <a:ext cx="2998964" cy="479482"/>
      </dsp:txXfrm>
    </dsp:sp>
    <dsp:sp modelId="{C5AA9C3B-2A58-4F94-8081-F27E8289958B}">
      <dsp:nvSpPr>
        <dsp:cNvPr id="0" name=""/>
        <dsp:cNvSpPr/>
      </dsp:nvSpPr>
      <dsp:spPr>
        <a:xfrm>
          <a:off x="0" y="2745149"/>
          <a:ext cx="435834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B6A9A2-57AF-47ED-9175-2546A5E46B86}">
      <dsp:nvSpPr>
        <dsp:cNvPr id="0" name=""/>
        <dsp:cNvSpPr/>
      </dsp:nvSpPr>
      <dsp:spPr>
        <a:xfrm>
          <a:off x="217917" y="2479469"/>
          <a:ext cx="3050842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FFFFFF"/>
              </a:solidFill>
              <a:ea typeface="+mn-ea"/>
              <a:cs typeface="+mn-cs"/>
            </a:rPr>
            <a:t> Most common delay reasons</a:t>
          </a:r>
        </a:p>
      </dsp:txBody>
      <dsp:txXfrm>
        <a:off x="243856" y="2505408"/>
        <a:ext cx="2998964" cy="479482"/>
      </dsp:txXfrm>
    </dsp:sp>
    <dsp:sp modelId="{DEA55342-F051-4400-A564-68F556E9C5A7}">
      <dsp:nvSpPr>
        <dsp:cNvPr id="0" name=""/>
        <dsp:cNvSpPr/>
      </dsp:nvSpPr>
      <dsp:spPr>
        <a:xfrm>
          <a:off x="0" y="3561629"/>
          <a:ext cx="435834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4D22F-47CB-4EDA-B5C9-C72A3349CF51}">
      <dsp:nvSpPr>
        <dsp:cNvPr id="0" name=""/>
        <dsp:cNvSpPr/>
      </dsp:nvSpPr>
      <dsp:spPr>
        <a:xfrm>
          <a:off x="217917" y="3295949"/>
          <a:ext cx="3050842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FFFFFF"/>
              </a:solidFill>
              <a:ea typeface="+mn-ea"/>
              <a:cs typeface="+mn-cs"/>
            </a:rPr>
            <a:t>Orders with repeated delays</a:t>
          </a:r>
        </a:p>
      </dsp:txBody>
      <dsp:txXfrm>
        <a:off x="243856" y="3321888"/>
        <a:ext cx="2998964" cy="4794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72C24-F4C0-4335-A45E-8A6663C5D2B5}">
      <dsp:nvSpPr>
        <dsp:cNvPr id="0" name=""/>
        <dsp:cNvSpPr/>
      </dsp:nvSpPr>
      <dsp:spPr>
        <a:xfrm>
          <a:off x="2734021" y="1002722"/>
          <a:ext cx="1623739" cy="1623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On-time delivery percentage</a:t>
          </a:r>
        </a:p>
      </dsp:txBody>
      <dsp:txXfrm>
        <a:off x="2734021" y="1002722"/>
        <a:ext cx="1623739" cy="1623739"/>
      </dsp:txXfrm>
    </dsp:sp>
    <dsp:sp modelId="{2D431A75-3784-48AB-AC25-DEBD3CD64347}">
      <dsp:nvSpPr>
        <dsp:cNvPr id="0" name=""/>
        <dsp:cNvSpPr/>
      </dsp:nvSpPr>
      <dsp:spPr>
        <a:xfrm>
          <a:off x="258007" y="682501"/>
          <a:ext cx="3842331" cy="3842331"/>
        </a:xfrm>
        <a:prstGeom prst="circularArrow">
          <a:avLst>
            <a:gd name="adj1" fmla="val 8241"/>
            <a:gd name="adj2" fmla="val 575443"/>
            <a:gd name="adj3" fmla="val 2966940"/>
            <a:gd name="adj4" fmla="val 49655"/>
            <a:gd name="adj5" fmla="val 961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446E3-3462-4D8F-AAF0-238A38A84A56}">
      <dsp:nvSpPr>
        <dsp:cNvPr id="0" name=""/>
        <dsp:cNvSpPr/>
      </dsp:nvSpPr>
      <dsp:spPr>
        <a:xfrm>
          <a:off x="1367303" y="3369948"/>
          <a:ext cx="1623739" cy="1623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Avg delay per region</a:t>
          </a:r>
        </a:p>
      </dsp:txBody>
      <dsp:txXfrm>
        <a:off x="1367303" y="3369948"/>
        <a:ext cx="1623739" cy="1623739"/>
      </dsp:txXfrm>
    </dsp:sp>
    <dsp:sp modelId="{43F1540D-6C5F-4E13-95BD-3F637FBE8756}">
      <dsp:nvSpPr>
        <dsp:cNvPr id="0" name=""/>
        <dsp:cNvSpPr/>
      </dsp:nvSpPr>
      <dsp:spPr>
        <a:xfrm>
          <a:off x="258007" y="682501"/>
          <a:ext cx="3842331" cy="3842331"/>
        </a:xfrm>
        <a:prstGeom prst="circularArrow">
          <a:avLst>
            <a:gd name="adj1" fmla="val 8241"/>
            <a:gd name="adj2" fmla="val 575443"/>
            <a:gd name="adj3" fmla="val 10174902"/>
            <a:gd name="adj4" fmla="val 7257617"/>
            <a:gd name="adj5" fmla="val 9614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69F8A-CCBB-4C7B-80A8-894393679248}">
      <dsp:nvSpPr>
        <dsp:cNvPr id="0" name=""/>
        <dsp:cNvSpPr/>
      </dsp:nvSpPr>
      <dsp:spPr>
        <a:xfrm>
          <a:off x="584" y="1002722"/>
          <a:ext cx="1623739" cy="1623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Avg traffic delay per route</a:t>
          </a:r>
        </a:p>
      </dsp:txBody>
      <dsp:txXfrm>
        <a:off x="584" y="1002722"/>
        <a:ext cx="1623739" cy="1623739"/>
      </dsp:txXfrm>
    </dsp:sp>
    <dsp:sp modelId="{FB659C44-C82D-4DE6-BA1B-D7B7F915BFED}">
      <dsp:nvSpPr>
        <dsp:cNvPr id="0" name=""/>
        <dsp:cNvSpPr/>
      </dsp:nvSpPr>
      <dsp:spPr>
        <a:xfrm>
          <a:off x="258007" y="682501"/>
          <a:ext cx="3842331" cy="3842331"/>
        </a:xfrm>
        <a:prstGeom prst="circularArrow">
          <a:avLst>
            <a:gd name="adj1" fmla="val 8241"/>
            <a:gd name="adj2" fmla="val 575443"/>
            <a:gd name="adj3" fmla="val 16859603"/>
            <a:gd name="adj4" fmla="val 14964955"/>
            <a:gd name="adj5" fmla="val 9614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DCD3E-2A02-4BBC-96E6-2546C1FCE840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78288-5BB6-460A-8126-FB1A7916CAC9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Identified logistics inefficiencies</a:t>
          </a:r>
        </a:p>
      </dsp:txBody>
      <dsp:txXfrm>
        <a:off x="291148" y="2456435"/>
        <a:ext cx="2180418" cy="720000"/>
      </dsp:txXfrm>
    </dsp:sp>
    <dsp:sp modelId="{5F75520B-1ED4-44B5-A661-3F864962C965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77966-6B5A-4398-9449-CCA04B367DA3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Data-driven optimization insights</a:t>
          </a:r>
        </a:p>
      </dsp:txBody>
      <dsp:txXfrm>
        <a:off x="2853140" y="2456435"/>
        <a:ext cx="2180418" cy="720000"/>
      </dsp:txXfrm>
    </dsp:sp>
    <dsp:sp modelId="{3872F4FB-E9F2-4EDD-AD7E-32212DD5CE47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96D17-D6A5-4697-853D-9A9A3BE5C519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SQL enables smarter delivery decisions</a:t>
          </a:r>
        </a:p>
      </dsp:txBody>
      <dsp:txXfrm>
        <a:off x="5415132" y="2456435"/>
        <a:ext cx="218041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drive.google.com/file/d/1FxK1gjYEUkHN60Rd0NsxwpZwBMpFzSfK/view?usp=sharing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FxK1gjYEUkHN60Rd0NsxwpZwBMpFzSfK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8AAF1-0931-0261-E3D9-5BD7E66F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3" y="1482159"/>
            <a:ext cx="2576850" cy="3519742"/>
          </a:xfrm>
        </p:spPr>
        <p:txBody>
          <a:bodyPr>
            <a:normAutofit/>
          </a:bodyPr>
          <a:lstStyle/>
          <a:p>
            <a:r>
              <a:rPr lang="en-US" sz="3100">
                <a:ea typeface="Calibri"/>
                <a:cs typeface="Calibri"/>
              </a:rPr>
              <a:t>UPS Logistics Optimization </a:t>
            </a:r>
            <a:br>
              <a:rPr lang="en-US" sz="3100">
                <a:ea typeface="Calibri"/>
                <a:cs typeface="Calibri"/>
              </a:rPr>
            </a:br>
            <a:r>
              <a:rPr lang="en-US" sz="3100">
                <a:ea typeface="Calibri"/>
                <a:cs typeface="Calibri"/>
              </a:rPr>
              <a:t>SQL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88E5BC-C619-6A94-B58E-B5C27FACC1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665981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100EB153-6793-F0C8-809E-7A25FCB5E73B}"/>
              </a:ext>
            </a:extLst>
          </p:cNvPr>
          <p:cNvSpPr txBox="1"/>
          <p:nvPr/>
        </p:nvSpPr>
        <p:spPr>
          <a:xfrm>
            <a:off x="832189" y="535912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C0504D"/>
                </a:solidFill>
                <a:ea typeface="Calibri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 VIDEO LINK</a:t>
            </a:r>
          </a:p>
        </p:txBody>
      </p:sp>
    </p:spTree>
    <p:extLst>
      <p:ext uri="{BB962C8B-B14F-4D97-AF65-F5344CB8AC3E}">
        <p14:creationId xmlns:p14="http://schemas.microsoft.com/office/powerpoint/2010/main" val="80844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</a:rPr>
              <a:t>Task 1: Data Cleaning &amp; Preparation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AB9FC9F-8A08-AEA6-A431-B6762BCA6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14979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DFC37-881F-07E2-09CD-485F9EE4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60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6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1.1 Identify and delete duplicate Order_ID records</a:t>
            </a: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7227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675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A3EDA8-B73E-5C7D-E77F-B138845A3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183" y="2051538"/>
            <a:ext cx="4221013" cy="2522054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5833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B2426-9B03-FA12-372F-464331CE1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2925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SELECT </a:t>
            </a:r>
            <a:r>
              <a:rPr lang="en-US" sz="1600" dirty="0" err="1">
                <a:solidFill>
                  <a:schemeClr val="accent1"/>
                </a:solidFill>
              </a:rPr>
              <a:t>Order_ID</a:t>
            </a:r>
            <a:r>
              <a:rPr lang="en-US" sz="1600" dirty="0">
                <a:solidFill>
                  <a:schemeClr val="accent1"/>
                </a:solidFill>
              </a:rPr>
              <a:t>, COUNT(*) AS </a:t>
            </a:r>
            <a:r>
              <a:rPr lang="en-US" sz="1600" dirty="0" err="1">
                <a:solidFill>
                  <a:schemeClr val="accent1"/>
                </a:solidFill>
              </a:rPr>
              <a:t>cnt</a:t>
            </a:r>
            <a:endParaRPr lang="en-US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FROM Orders</a:t>
            </a:r>
            <a:endParaRPr lang="en-US" sz="160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GROUP BY </a:t>
            </a:r>
            <a:r>
              <a:rPr lang="en-US" sz="1600" dirty="0" err="1">
                <a:solidFill>
                  <a:schemeClr val="accent1"/>
                </a:solidFill>
              </a:rPr>
              <a:t>Order_ID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HAVING COUNT(*) &gt; 1;</a:t>
            </a:r>
            <a:endParaRPr lang="en-US" sz="1600">
              <a:solidFill>
                <a:schemeClr val="accent1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b="1"/>
          </a:p>
          <a:p>
            <a:pPr defTabSz="914400">
              <a:lnSpc>
                <a:spcPct val="90000"/>
              </a:lnSpc>
            </a:pPr>
            <a:r>
              <a:rPr lang="en-US" sz="1600" b="1" u="sng" dirty="0">
                <a:solidFill>
                  <a:srgbClr val="C00000"/>
                </a:solidFill>
              </a:rPr>
              <a:t>NOTE:</a:t>
            </a:r>
            <a:endParaRPr lang="en-US" sz="1600" b="1" u="sng" dirty="0">
              <a:solidFill>
                <a:srgbClr val="C0000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b="1" dirty="0"/>
              <a:t>--  </a:t>
            </a:r>
            <a:r>
              <a:rPr lang="en-US" sz="1600" b="1" dirty="0" err="1"/>
              <a:t>Order_ID</a:t>
            </a:r>
            <a:r>
              <a:rPr lang="en-US" sz="1600" b="1" dirty="0"/>
              <a:t> is defined as PRIMARY KEY in this schema,</a:t>
            </a:r>
            <a:endParaRPr lang="en-US" sz="1600" b="1" dirty="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b="1" dirty="0"/>
              <a:t>--  therefore duplicate records are structurally prevented.</a:t>
            </a:r>
            <a:endParaRPr lang="en-US" sz="1600" b="1" dirty="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b="1" dirty="0"/>
              <a:t>--  No deletion is required.</a:t>
            </a:r>
            <a:endParaRPr lang="en-US" sz="1600" b="1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65301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5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C740F-AD05-F51E-C0A5-0E59472D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C23E4E85-5B07-E8DC-47A1-5D1DD47B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43484-22C2-18F0-310F-56A3EDE0A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2600" b="0" dirty="0"/>
              <a:t>1.2 </a:t>
            </a:r>
            <a:r>
              <a:rPr lang="en-US" sz="2600" b="0" dirty="0">
                <a:ea typeface="+mj-lt"/>
                <a:cs typeface="+mj-lt"/>
              </a:rPr>
              <a:t>Replace null </a:t>
            </a:r>
            <a:r>
              <a:rPr lang="en-US" sz="2600" b="0" dirty="0" err="1">
                <a:ea typeface="+mj-lt"/>
                <a:cs typeface="+mj-lt"/>
              </a:rPr>
              <a:t>Traffic_Delay_Min</a:t>
            </a:r>
            <a:r>
              <a:rPr lang="en-US" sz="2600" b="0" dirty="0">
                <a:ea typeface="+mj-lt"/>
                <a:cs typeface="+mj-lt"/>
              </a:rPr>
              <a:t> with the average delay for that route</a:t>
            </a:r>
            <a:endParaRPr lang="en-US" sz="2600" b="0" kern="1200" dirty="0">
              <a:latin typeface="+mj-lt"/>
              <a:ea typeface="Calibri"/>
              <a:cs typeface="Calibri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C27D82D-7658-6AA9-0E55-7E0A88A0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222DA-7141-E7AF-6FFB-D0527EA48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205" y="2109478"/>
            <a:ext cx="3212238" cy="3511943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UPDATE Routes r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JOIN (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SELECT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Route_ID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, AVG(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Traffic_Delay_Min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) AS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avg_delay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FROM Routes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WHERE </a:t>
            </a:r>
            <a:r>
              <a:rPr lang="en-US" sz="1600" err="1">
                <a:solidFill>
                  <a:schemeClr val="accent1"/>
                </a:solidFill>
                <a:ea typeface="+mn-lt"/>
                <a:cs typeface="+mn-lt"/>
              </a:rPr>
              <a:t>Traffic_Delay_Min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 IS NOT NULL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GROUP BY </a:t>
            </a:r>
            <a:r>
              <a:rPr lang="en-US" sz="1600" err="1">
                <a:solidFill>
                  <a:schemeClr val="accent1"/>
                </a:solidFill>
                <a:ea typeface="+mn-lt"/>
                <a:cs typeface="+mn-lt"/>
              </a:rPr>
              <a:t>Route_ID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) t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ON </a:t>
            </a:r>
            <a:r>
              <a:rPr lang="en-US" sz="1600" err="1">
                <a:solidFill>
                  <a:schemeClr val="accent1"/>
                </a:solidFill>
                <a:ea typeface="+mn-lt"/>
                <a:cs typeface="+mn-lt"/>
              </a:rPr>
              <a:t>r.Route_ID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 = </a:t>
            </a:r>
            <a:r>
              <a:rPr lang="en-US" sz="1600" err="1">
                <a:solidFill>
                  <a:schemeClr val="accent1"/>
                </a:solidFill>
                <a:ea typeface="+mn-lt"/>
                <a:cs typeface="+mn-lt"/>
              </a:rPr>
              <a:t>t.Route_ID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SET </a:t>
            </a:r>
            <a:r>
              <a:rPr lang="en-US" sz="1600" err="1">
                <a:solidFill>
                  <a:schemeClr val="accent1"/>
                </a:solidFill>
                <a:ea typeface="+mn-lt"/>
                <a:cs typeface="+mn-lt"/>
              </a:rPr>
              <a:t>r.Traffic_Delay_Min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 = </a:t>
            </a:r>
            <a:r>
              <a:rPr lang="en-US" sz="1600" err="1">
                <a:solidFill>
                  <a:schemeClr val="accent1"/>
                </a:solidFill>
                <a:ea typeface="+mn-lt"/>
                <a:cs typeface="+mn-lt"/>
              </a:rPr>
              <a:t>t.avg_delay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WHERE </a:t>
            </a:r>
            <a:r>
              <a:rPr lang="en-US" sz="1600" err="1">
                <a:solidFill>
                  <a:schemeClr val="accent1"/>
                </a:solidFill>
                <a:ea typeface="+mn-lt"/>
                <a:cs typeface="+mn-lt"/>
              </a:rPr>
              <a:t>r.Traffic_Delay_Min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 IS NULL;</a:t>
            </a:r>
            <a:endParaRPr lang="en-US" dirty="0">
              <a:solidFill>
                <a:schemeClr val="accent1"/>
              </a:solidFill>
            </a:endParaRPr>
          </a:p>
          <a:p>
            <a:pPr defTabSz="914400">
              <a:lnSpc>
                <a:spcPct val="90000"/>
              </a:lnSpc>
            </a:pPr>
            <a:endParaRPr lang="en-US" sz="16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A5BC3A4-0B14-1DFD-3500-1A557280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21B4002-F21A-22FC-C75E-E2A18E110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689A1-8967-E421-8EE0-4C48AFD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DC6EBB-FD9C-7C87-70EB-BDAF9D929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2278" y="1717057"/>
            <a:ext cx="4572000" cy="272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13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341A6-8A3B-EFAD-D9ED-F16C53A2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AC11-6F2E-5E7A-64AB-F9B32AFBF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200" b="0"/>
              <a:t>1.3 Convert all date columns into YYYY-MM-DD format using SQL functions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AEA7E-4288-50E3-04B0-0CA53857F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549" y="2330505"/>
            <a:ext cx="3593191" cy="40143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b="1" dirty="0"/>
              <a:t>-- All date columns are stored as DATE/DATETIME types.</a:t>
            </a:r>
            <a:endParaRPr lang="en-US" b="1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b="1" dirty="0"/>
              <a:t>-- The following query validates the format.</a:t>
            </a:r>
            <a:endParaRPr lang="en-US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SELECT 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</a:t>
            </a:r>
            <a:r>
              <a:rPr lang="en-US" dirty="0" err="1">
                <a:solidFill>
                  <a:schemeClr val="accent1"/>
                </a:solidFill>
              </a:rPr>
              <a:t>Order_ID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DATE_FORMAT(</a:t>
            </a:r>
            <a:r>
              <a:rPr lang="en-US" dirty="0" err="1">
                <a:solidFill>
                  <a:schemeClr val="accent1"/>
                </a:solidFill>
              </a:rPr>
              <a:t>Order_Date</a:t>
            </a:r>
            <a:r>
              <a:rPr lang="en-US" dirty="0">
                <a:solidFill>
                  <a:schemeClr val="accent1"/>
                </a:solidFill>
              </a:rPr>
              <a:t>, '%Y-%m-%d') AS </a:t>
            </a:r>
            <a:r>
              <a:rPr lang="en-US" dirty="0" err="1">
                <a:solidFill>
                  <a:schemeClr val="accent1"/>
                </a:solidFill>
              </a:rPr>
              <a:t>Order_Date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DATE_FORMAT(</a:t>
            </a:r>
            <a:r>
              <a:rPr lang="en-US" dirty="0" err="1">
                <a:solidFill>
                  <a:schemeClr val="accent1"/>
                </a:solidFill>
              </a:rPr>
              <a:t>Expected_Delivery_Date</a:t>
            </a:r>
            <a:r>
              <a:rPr lang="en-US" dirty="0">
                <a:solidFill>
                  <a:schemeClr val="accent1"/>
                </a:solidFill>
              </a:rPr>
              <a:t>, '%Y-%m-%d') AS </a:t>
            </a:r>
            <a:r>
              <a:rPr lang="en-US" dirty="0" err="1">
                <a:solidFill>
                  <a:schemeClr val="accent1"/>
                </a:solidFill>
              </a:rPr>
              <a:t>Expected_Delivery_Date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DATE_FORMAT(</a:t>
            </a:r>
            <a:r>
              <a:rPr lang="en-US" dirty="0" err="1">
                <a:solidFill>
                  <a:schemeClr val="accent1"/>
                </a:solidFill>
              </a:rPr>
              <a:t>Actual_Delivery_Date</a:t>
            </a:r>
            <a:r>
              <a:rPr lang="en-US" dirty="0">
                <a:solidFill>
                  <a:schemeClr val="accent1"/>
                </a:solidFill>
              </a:rPr>
              <a:t>, '%Y-%m-%d') AS </a:t>
            </a:r>
            <a:r>
              <a:rPr lang="en-US" dirty="0" err="1">
                <a:solidFill>
                  <a:schemeClr val="accent1"/>
                </a:solidFill>
              </a:rPr>
              <a:t>Actual_Delivery_Date</a:t>
            </a:r>
            <a:endParaRPr lang="en-US" dirty="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FROM Orders;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8C2AEF-2A1E-564C-C27D-D20B5E550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706" r="17083" b="-3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5BFE6-56F7-F77C-6D02-32AE7EDB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9F0D3-00FE-985C-5A7E-4BEAA551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1.4 Ensure that no Actual_Delivery_Date is before Order_Date (flag such records)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948EB-8081-94CE-AA06-F3A1399C0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79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SELECT 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</a:t>
            </a:r>
            <a:r>
              <a:rPr lang="en-US" sz="1600" err="1">
                <a:solidFill>
                  <a:schemeClr val="accent1"/>
                </a:solidFill>
              </a:rPr>
              <a:t>Order_ID</a:t>
            </a:r>
            <a:r>
              <a:rPr lang="en-US" sz="1600" dirty="0">
                <a:solidFill>
                  <a:schemeClr val="accent1"/>
                </a:solidFill>
              </a:rPr>
              <a:t>,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</a:t>
            </a:r>
            <a:r>
              <a:rPr lang="en-US" sz="1600" err="1">
                <a:solidFill>
                  <a:schemeClr val="accent1"/>
                </a:solidFill>
              </a:rPr>
              <a:t>Order_Date</a:t>
            </a:r>
            <a:r>
              <a:rPr lang="en-US" sz="1600" dirty="0">
                <a:solidFill>
                  <a:schemeClr val="accent1"/>
                </a:solidFill>
              </a:rPr>
              <a:t>,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</a:t>
            </a:r>
            <a:r>
              <a:rPr lang="en-US" sz="1600" err="1">
                <a:solidFill>
                  <a:schemeClr val="accent1"/>
                </a:solidFill>
              </a:rPr>
              <a:t>Actual_Delivery_Date</a:t>
            </a:r>
            <a:r>
              <a:rPr lang="en-US" sz="1600" dirty="0">
                <a:solidFill>
                  <a:schemeClr val="accent1"/>
                </a:solidFill>
              </a:rPr>
              <a:t>,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DATEDIFF(</a:t>
            </a:r>
            <a:r>
              <a:rPr lang="en-US" sz="1600" err="1">
                <a:solidFill>
                  <a:schemeClr val="accent1"/>
                </a:solidFill>
              </a:rPr>
              <a:t>Actual_Delivery_Date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err="1">
                <a:solidFill>
                  <a:schemeClr val="accent1"/>
                </a:solidFill>
              </a:rPr>
              <a:t>Order_Date</a:t>
            </a:r>
            <a:r>
              <a:rPr lang="en-US" sz="1600" dirty="0">
                <a:solidFill>
                  <a:schemeClr val="accent1"/>
                </a:solidFill>
              </a:rPr>
              <a:t>) AS </a:t>
            </a:r>
            <a:r>
              <a:rPr lang="en-US" sz="1600" err="1">
                <a:solidFill>
                  <a:schemeClr val="accent1"/>
                </a:solidFill>
              </a:rPr>
              <a:t>Day_Difference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FROM Orders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WHERE </a:t>
            </a:r>
            <a:r>
              <a:rPr lang="en-US" sz="1600" err="1">
                <a:solidFill>
                  <a:schemeClr val="accent1"/>
                </a:solidFill>
              </a:rPr>
              <a:t>Actual_Delivery_Date</a:t>
            </a:r>
            <a:r>
              <a:rPr lang="en-US" sz="1600" dirty="0">
                <a:solidFill>
                  <a:schemeClr val="accent1"/>
                </a:solidFill>
              </a:rPr>
              <a:t> &lt; </a:t>
            </a:r>
            <a:r>
              <a:rPr lang="en-US" sz="1600" err="1">
                <a:solidFill>
                  <a:schemeClr val="accent1"/>
                </a:solidFill>
              </a:rPr>
              <a:t>Order_Date</a:t>
            </a:r>
            <a:r>
              <a:rPr lang="en-US" sz="1600" dirty="0">
                <a:solidFill>
                  <a:schemeClr val="accent1"/>
                </a:solidFill>
              </a:rPr>
              <a:t>;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E77BD2-103C-6E3B-220E-15839FCF8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0803" y="1270650"/>
            <a:ext cx="4221014" cy="408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97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Task 2: Delivery Delay Analysis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231D201-1C35-773B-F340-031858DA8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02297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D0AD7-C96C-1A3C-27A3-79BA96AA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DA6D077E-85E5-325C-EA4B-91BFDCD18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41946-82C3-E17B-731C-B9F00D13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0" dirty="0">
                <a:ea typeface="Calibri"/>
                <a:cs typeface="Calibri"/>
              </a:rPr>
              <a:t>2.1 </a:t>
            </a:r>
            <a:r>
              <a:rPr lang="en-US" sz="1900" b="0" dirty="0">
                <a:ea typeface="+mj-lt"/>
                <a:cs typeface="+mj-lt"/>
              </a:rPr>
              <a:t>Calculate delivery delay (in days) for each order</a:t>
            </a:r>
            <a:endParaRPr lang="en-US" sz="1900" b="0" kern="1200" dirty="0">
              <a:latin typeface="+mj-lt"/>
              <a:ea typeface="Calibri"/>
              <a:cs typeface="Calibri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FA893C8-FBC0-2055-205C-EBA975222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B0660-4EA5-3843-48C6-DAD00DFB9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79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endParaRPr lang="en-US" dirty="0"/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Order_ID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DATEDIFF(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Actual_Delivery_Date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Expected_Delivery_Date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) AS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Delay_Days</a:t>
            </a:r>
            <a:endParaRPr lang="en-US" dirty="0" err="1">
              <a:solidFill>
                <a:schemeClr val="accent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FROM Orders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4A77E42-5D90-ECE8-AF20-0AD955A6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19B06AD-A7AF-850E-80EF-84C5A0A17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3E05EB-3DD2-8513-410B-5C774515D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01CF46-2C9D-5CB9-5051-7001549C1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4816" y="1142207"/>
            <a:ext cx="181221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00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EFD19-BF03-3E53-AD6F-BD3ED4FAF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3756B343-807D-456E-AA26-80E96B75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F877B-4AEF-8D1B-371A-FEA8E0A9B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60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600" b="0"/>
              <a:t>2.2 Find Top 10 delayed routes based on average delay days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7227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675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75F0E9-F4DE-74A8-664C-A2D805BEC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85" r="20466" b="3"/>
          <a:stretch>
            <a:fillRect/>
          </a:stretch>
        </p:blipFill>
        <p:spPr>
          <a:xfrm>
            <a:off x="432183" y="650494"/>
            <a:ext cx="4221013" cy="5324142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5833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EB123-FF74-46E6-F61F-244E3D811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2925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SELECT 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</a:t>
            </a:r>
            <a:r>
              <a:rPr lang="en-US" sz="1600" err="1">
                <a:solidFill>
                  <a:schemeClr val="accent1"/>
                </a:solidFill>
              </a:rPr>
              <a:t>Route_ID</a:t>
            </a:r>
            <a:r>
              <a:rPr lang="en-US" sz="1600" dirty="0">
                <a:solidFill>
                  <a:schemeClr val="accent1"/>
                </a:solidFill>
              </a:rPr>
              <a:t>,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AVG(DATEDIFF(</a:t>
            </a:r>
            <a:r>
              <a:rPr lang="en-US" sz="1600" err="1">
                <a:solidFill>
                  <a:schemeClr val="accent1"/>
                </a:solidFill>
              </a:rPr>
              <a:t>Actual_Delivery_Date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err="1">
                <a:solidFill>
                  <a:schemeClr val="accent1"/>
                </a:solidFill>
              </a:rPr>
              <a:t>Expected_Delivery_Date</a:t>
            </a:r>
            <a:r>
              <a:rPr lang="en-US" sz="1600" dirty="0">
                <a:solidFill>
                  <a:schemeClr val="accent1"/>
                </a:solidFill>
              </a:rPr>
              <a:t>)) AS </a:t>
            </a:r>
            <a:r>
              <a:rPr lang="en-US" sz="1600" err="1">
                <a:solidFill>
                  <a:schemeClr val="accent1"/>
                </a:solidFill>
              </a:rPr>
              <a:t>Avg_Delay_Days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FROM Orders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GROUP BY </a:t>
            </a:r>
            <a:r>
              <a:rPr lang="en-US" sz="1600" err="1">
                <a:solidFill>
                  <a:schemeClr val="accent1"/>
                </a:solidFill>
              </a:rPr>
              <a:t>Route_ID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ORDER BY </a:t>
            </a:r>
            <a:r>
              <a:rPr lang="en-US" sz="1600" err="1">
                <a:solidFill>
                  <a:schemeClr val="accent1"/>
                </a:solidFill>
              </a:rPr>
              <a:t>Avg_Delay_Days</a:t>
            </a:r>
            <a:r>
              <a:rPr lang="en-US" sz="1600" dirty="0">
                <a:solidFill>
                  <a:schemeClr val="accent1"/>
                </a:solidFill>
              </a:rPr>
              <a:t> DESC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LIMIT 10;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65301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2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0777F-1D24-C1C6-6422-3ECC09D3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A332774-1775-861D-8F12-CD3F22DD5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5617880"/>
              </p:ext>
            </p:extLst>
          </p:nvPr>
        </p:nvGraphicFramePr>
        <p:xfrm>
          <a:off x="396709" y="379189"/>
          <a:ext cx="8746996" cy="4976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286D3FA-98D9-932A-ACA5-DCD03FB49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1403" y="5664651"/>
            <a:ext cx="6715290" cy="18950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>
                <a:ea typeface="Calibri"/>
                <a:cs typeface="Calibri"/>
              </a:rPr>
              <a:t>Routes with higher average delays indicate consistent delivery in efficiencies.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9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6A3BC-952A-B6C8-99D1-5AB1B02F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77EC2620-C4D2-C84A-55C3-A07F60A12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2E395-E4A6-FFE0-4AD9-DB131DDD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0" dirty="0">
                <a:ea typeface="Calibri"/>
                <a:cs typeface="Calibri"/>
              </a:rPr>
              <a:t>2.3 </a:t>
            </a:r>
            <a:r>
              <a:rPr lang="en-US" sz="1900" b="0" dirty="0">
                <a:ea typeface="+mj-lt"/>
                <a:cs typeface="+mj-lt"/>
              </a:rPr>
              <a:t>Use window functions to rank all orders by delay within each warehouse.</a:t>
            </a:r>
            <a:endParaRPr lang="en-US" sz="1900" b="0" kern="1200" dirty="0">
              <a:latin typeface="+mj-lt"/>
              <a:ea typeface="Calibri"/>
              <a:cs typeface="Calibri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9ECCECC-EE97-D9C3-9739-FBDA7F846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C414A-5D0F-9099-BA4B-C83210978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79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SELECT </a:t>
            </a:r>
            <a:endParaRPr lang="en-US" sz="15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 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Order_ID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 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Warehouse_ID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DATEDIFF(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Actual_Delivery_Date,Expected_Delivery_Date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)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ASDelay_Days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n-US" sz="15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RANK() OVER (</a:t>
            </a:r>
            <a:endParaRPr lang="en-US" sz="15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     PARTITION BY 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Warehouse_ID</a:t>
            </a:r>
            <a:endParaRPr lang="en-US" sz="1500" dirty="0" err="1">
              <a:solidFill>
                <a:srgbClr val="000000"/>
              </a:solidFill>
              <a:ea typeface="+mn-lt"/>
              <a:cs typeface="+mn-lt"/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     ORDER BYDATEDIFF(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Actual_Delivery_Date,Expected_Delivery_Date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) DESC</a:t>
            </a:r>
            <a:endParaRPr lang="en-US" sz="15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) AS 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Delay_Rank</a:t>
            </a:r>
            <a:endParaRPr lang="en-US" sz="1500" dirty="0" err="1">
              <a:solidFill>
                <a:srgbClr val="000000"/>
              </a:solidFill>
              <a:ea typeface="+mn-lt"/>
              <a:cs typeface="+mn-lt"/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FROM 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Orders;Days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DESC</a:t>
            </a:r>
            <a:endParaRPr lang="en-US" sz="15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LIMIT 10;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s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B51C40D-8512-7112-9462-83C97CF46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EF036F1-E544-30A3-4EF9-D478A3A36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A72260E-6B3D-A851-4635-B0491E22C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1A2ABE-2B44-7A5C-CCDE-5ECC9271C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0303" y="554379"/>
            <a:ext cx="2807003" cy="470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32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Task 3: Route Optimization Insights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EF245AFF-7E66-B894-037A-B2919FE64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84681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0DBB9-4321-D208-653D-E253BDFC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67F75-04C6-180E-64F6-69BFC424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3.1 For each route, calculate:</a:t>
            </a:r>
            <a:br>
              <a:rPr lang="en-US" sz="1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Average delivery time (in days). </a:t>
            </a:r>
            <a:br>
              <a:rPr lang="en-US" sz="1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Average traffic delay.  Distance-to-time efficiency ratio: Distance_KM / Average_Travel_Time_Min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19148-E431-E1CC-664C-F41E563EC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8610" y="2684095"/>
            <a:ext cx="3332365" cy="3492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SELECT 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</a:t>
            </a:r>
            <a:r>
              <a:rPr lang="en-US" sz="1500" dirty="0" err="1">
                <a:solidFill>
                  <a:schemeClr val="accent1"/>
                </a:solidFill>
              </a:rPr>
              <a:t>r.Route_ID</a:t>
            </a:r>
            <a:r>
              <a:rPr lang="en-US" sz="1500" dirty="0">
                <a:solidFill>
                  <a:schemeClr val="accent1"/>
                </a:solidFill>
              </a:rPr>
              <a:t>,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AVG(DATEDIFF(</a:t>
            </a:r>
            <a:r>
              <a:rPr lang="en-US" sz="1500" dirty="0" err="1">
                <a:solidFill>
                  <a:schemeClr val="accent1"/>
                </a:solidFill>
              </a:rPr>
              <a:t>o.Actual_Delivery_Date</a:t>
            </a:r>
            <a:r>
              <a:rPr lang="en-US" sz="1500" dirty="0">
                <a:solidFill>
                  <a:schemeClr val="accent1"/>
                </a:solidFill>
              </a:rPr>
              <a:t>, </a:t>
            </a:r>
            <a:r>
              <a:rPr lang="en-US" sz="1500" dirty="0" err="1">
                <a:solidFill>
                  <a:schemeClr val="accent1"/>
                </a:solidFill>
              </a:rPr>
              <a:t>o.Order_Date</a:t>
            </a:r>
            <a:r>
              <a:rPr lang="en-US" sz="1500" dirty="0">
                <a:solidFill>
                  <a:schemeClr val="accent1"/>
                </a:solidFill>
              </a:rPr>
              <a:t>)) AS </a:t>
            </a:r>
            <a:r>
              <a:rPr lang="en-US" sz="1500" dirty="0" err="1">
                <a:solidFill>
                  <a:schemeClr val="accent1"/>
                </a:solidFill>
              </a:rPr>
              <a:t>Avg_Delivery_Days</a:t>
            </a:r>
            <a:r>
              <a:rPr lang="en-US" sz="1500" dirty="0">
                <a:solidFill>
                  <a:schemeClr val="accent1"/>
                </a:solidFill>
              </a:rPr>
              <a:t>,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AVG(</a:t>
            </a:r>
            <a:r>
              <a:rPr lang="en-US" sz="1500" dirty="0" err="1">
                <a:solidFill>
                  <a:schemeClr val="accent1"/>
                </a:solidFill>
              </a:rPr>
              <a:t>r.Traffic_Delay_Min</a:t>
            </a:r>
            <a:r>
              <a:rPr lang="en-US" sz="1500" dirty="0">
                <a:solidFill>
                  <a:schemeClr val="accent1"/>
                </a:solidFill>
              </a:rPr>
              <a:t>) AS </a:t>
            </a:r>
            <a:r>
              <a:rPr lang="en-US" sz="1500" dirty="0" err="1">
                <a:solidFill>
                  <a:schemeClr val="accent1"/>
                </a:solidFill>
              </a:rPr>
              <a:t>Avg_Traffic_Delay</a:t>
            </a:r>
            <a:r>
              <a:rPr lang="en-US" sz="1500" dirty="0">
                <a:solidFill>
                  <a:schemeClr val="accent1"/>
                </a:solidFill>
              </a:rPr>
              <a:t>,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</a:t>
            </a:r>
            <a:r>
              <a:rPr lang="en-US" sz="1500" dirty="0" err="1">
                <a:solidFill>
                  <a:schemeClr val="accent1"/>
                </a:solidFill>
              </a:rPr>
              <a:t>r.Distance_KM</a:t>
            </a:r>
            <a:r>
              <a:rPr lang="en-US" sz="1500" dirty="0">
                <a:solidFill>
                  <a:schemeClr val="accent1"/>
                </a:solidFill>
              </a:rPr>
              <a:t> / </a:t>
            </a:r>
            <a:r>
              <a:rPr lang="en-US" sz="1500" dirty="0" err="1">
                <a:solidFill>
                  <a:schemeClr val="accent1"/>
                </a:solidFill>
              </a:rPr>
              <a:t>r.Average_Travel_Time_Min</a:t>
            </a:r>
            <a:r>
              <a:rPr lang="en-US" sz="1500" dirty="0">
                <a:solidFill>
                  <a:schemeClr val="accent1"/>
                </a:solidFill>
              </a:rPr>
              <a:t> AS </a:t>
            </a:r>
            <a:r>
              <a:rPr lang="en-US" sz="1500" dirty="0" err="1">
                <a:solidFill>
                  <a:schemeClr val="accent1"/>
                </a:solidFill>
              </a:rPr>
              <a:t>Efficiency_Ratio</a:t>
            </a:r>
            <a:endParaRPr lang="en-US" sz="1500" dirty="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FROM Routes r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JOIN Orders o ON </a:t>
            </a:r>
            <a:r>
              <a:rPr lang="en-US" sz="1500" dirty="0" err="1">
                <a:solidFill>
                  <a:schemeClr val="accent1"/>
                </a:solidFill>
              </a:rPr>
              <a:t>r.Route_ID</a:t>
            </a:r>
            <a:r>
              <a:rPr lang="en-US" sz="1500" dirty="0">
                <a:solidFill>
                  <a:schemeClr val="accent1"/>
                </a:solidFill>
              </a:rPr>
              <a:t> = </a:t>
            </a:r>
            <a:r>
              <a:rPr lang="en-US" sz="1500" dirty="0" err="1">
                <a:solidFill>
                  <a:schemeClr val="accent1"/>
                </a:solidFill>
              </a:rPr>
              <a:t>o.Route_ID</a:t>
            </a:r>
            <a:endParaRPr lang="en-US" sz="1500" dirty="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GROUP BY </a:t>
            </a:r>
            <a:r>
              <a:rPr lang="en-US" sz="1500" dirty="0" err="1">
                <a:solidFill>
                  <a:schemeClr val="accent1"/>
                </a:solidFill>
              </a:rPr>
              <a:t>r.Route_ID</a:t>
            </a:r>
            <a:r>
              <a:rPr lang="en-US" sz="1500" dirty="0">
                <a:solidFill>
                  <a:schemeClr val="accent1"/>
                </a:solidFill>
              </a:rPr>
              <a:t>;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9E36E9-5825-E9C0-A9FD-CD22FBBF4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9362" y="1354476"/>
            <a:ext cx="4830318" cy="409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71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0AAD7-B237-05B4-A0BA-956C15FA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E92454FE-D93B-9AEC-29D9-565EDAE2E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F328D-1E06-46EC-753C-F9E09981D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0" dirty="0">
                <a:ea typeface="Calibri"/>
                <a:cs typeface="Calibri"/>
              </a:rPr>
              <a:t>3.2 </a:t>
            </a:r>
            <a:r>
              <a:rPr lang="en-US" sz="1900" b="0" dirty="0">
                <a:ea typeface="+mj-lt"/>
                <a:cs typeface="+mj-lt"/>
              </a:rPr>
              <a:t>Identify 3 routes with the worst efficiency ratio.</a:t>
            </a:r>
            <a:endParaRPr lang="en-US" sz="1900" b="0" kern="1200" dirty="0">
              <a:ea typeface="+mj-lt"/>
              <a:cs typeface="+mj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CAC03C0-A336-3DA5-0486-00B75262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E5D5B-FF42-16FF-FB5B-0ED130BDE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79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endParaRPr lang="en-US" dirty="0"/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Route_ID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Distance_KM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/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Average_Travel_Time_Min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AS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Efficiency_Ratio</a:t>
            </a:r>
            <a:endParaRPr lang="en-US" dirty="0" err="1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FROM Routes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ORDER BY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Efficiency_Ratio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ASC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LIMIT 3;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5E935F8-6E80-C647-CB00-5AC962DE2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F0DAB48-246F-B5DB-1026-E2A7C37C9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3EEF6DB-CE24-147C-B18A-9410B61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F39FF0-1D5A-1FA1-10DE-B26915133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4352" y="618876"/>
            <a:ext cx="3467100" cy="154305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895CF5-7FB1-034B-19B1-7F1A2510E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0859391"/>
              </p:ext>
            </p:extLst>
          </p:nvPr>
        </p:nvGraphicFramePr>
        <p:xfrm>
          <a:off x="4572000" y="3427730"/>
          <a:ext cx="3964577" cy="2613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752EBA8-D349-4787-F8AE-35E844F1D179}"/>
              </a:ext>
            </a:extLst>
          </p:cNvPr>
          <p:cNvSpPr txBox="1"/>
          <p:nvPr/>
        </p:nvSpPr>
        <p:spPr>
          <a:xfrm>
            <a:off x="4395651" y="2514600"/>
            <a:ext cx="46177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C0504D"/>
                </a:solidFill>
                <a:ea typeface="+mn-lt"/>
                <a:cs typeface="+mn-lt"/>
              </a:rPr>
              <a:t>Lower efficiency ratios highlight routes where travel time is disproportionately high</a:t>
            </a:r>
            <a:endParaRPr lang="en-US" b="1" dirty="0">
              <a:solidFill>
                <a:srgbClr val="C050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77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3D2B4-7961-4C18-2C17-FF57FBFD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724C28-F04E-C87F-E01C-EE144D443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449" y="623275"/>
            <a:ext cx="2902079" cy="5607882"/>
          </a:xfrm>
          <a:prstGeom prst="rect">
            <a:avLst/>
          </a:prstGeom>
        </p:spPr>
      </p:pic>
      <p:sp>
        <p:nvSpPr>
          <p:cNvPr id="146" name="Right Triangle 14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021" y="623275"/>
            <a:ext cx="4928098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369D8-3CCE-AA2E-1400-BC526BCF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244" y="1188637"/>
            <a:ext cx="4231734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3.3 Find routes with &gt;20% delayed shipments.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8310A-BC2A-4032-426D-83EF63577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99245" y="2998278"/>
            <a:ext cx="3277577" cy="2728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rgbClr val="000000"/>
                </a:solidFill>
              </a:rPr>
              <a:t>SELECT 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>
                <a:solidFill>
                  <a:srgbClr val="000000"/>
                </a:solidFill>
              </a:rPr>
              <a:t>    Route_ID,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>
                <a:solidFill>
                  <a:srgbClr val="000000"/>
                </a:solidFill>
              </a:rPr>
              <a:t>    COUNT(CASE WHEN Actual_Delivery_Date &gt; Expected_Delivery_Date THEN 1 END) 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>
                <a:solidFill>
                  <a:srgbClr val="000000"/>
                </a:solidFill>
              </a:rPr>
              <a:t>        * 100.0 / COUNT(*) AS Delay_Percentage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>
                <a:solidFill>
                  <a:srgbClr val="000000"/>
                </a:solidFill>
              </a:rPr>
              <a:t>FROM Orders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>
                <a:solidFill>
                  <a:srgbClr val="000000"/>
                </a:solidFill>
              </a:rPr>
              <a:t>GROUP BY Route_ID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>
                <a:solidFill>
                  <a:srgbClr val="000000"/>
                </a:solidFill>
              </a:rPr>
              <a:t>HAVING Delay_Percentage &gt; 20;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2397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BF324-E3A0-2EC4-B02C-5589460C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D5803A-E6EA-9AD9-F5F1-4ACDD2E4A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3.4  Recommend potential routes for optimization.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84" name="Text Placeholder 3">
            <a:extLst>
              <a:ext uri="{FF2B5EF4-FFF2-40B4-BE49-F238E27FC236}">
                <a16:creationId xmlns:a16="http://schemas.microsoft.com/office/drawing/2014/main" id="{CDBDF6EE-F519-2C2A-E098-D082F5D099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932696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8931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Task 4: Warehouse Performance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627E91C-071C-47D8-437F-ED0B05FEDF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584353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AC782-9BC0-2500-8DE6-A8D3EF4C8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6BFEF-8E74-A167-0F61-2D97C2CF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4.1 Find the top 3 warehouses with the highest average processing time.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C58E0-73AA-3360-0C42-FA0B0BEC2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13373" y="586822"/>
            <a:ext cx="4501977" cy="1645920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200" dirty="0">
                <a:solidFill>
                  <a:schemeClr val="accent1"/>
                </a:solidFill>
              </a:rPr>
              <a:t>SELECT 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200" dirty="0">
                <a:solidFill>
                  <a:schemeClr val="accent1"/>
                </a:solidFill>
              </a:rPr>
              <a:t>    </a:t>
            </a:r>
            <a:r>
              <a:rPr lang="en-US" sz="1200" err="1">
                <a:solidFill>
                  <a:schemeClr val="accent1"/>
                </a:solidFill>
              </a:rPr>
              <a:t>Warehouse_ID</a:t>
            </a:r>
            <a:r>
              <a:rPr lang="en-US" sz="1200" dirty="0">
                <a:solidFill>
                  <a:schemeClr val="accent1"/>
                </a:solidFill>
              </a:rPr>
              <a:t>,</a:t>
            </a:r>
            <a:endParaRPr lang="en-US" sz="12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200" dirty="0">
                <a:solidFill>
                  <a:schemeClr val="accent1"/>
                </a:solidFill>
              </a:rPr>
              <a:t>    AVG(</a:t>
            </a:r>
            <a:r>
              <a:rPr lang="en-US" sz="1200" err="1">
                <a:solidFill>
                  <a:schemeClr val="accent1"/>
                </a:solidFill>
              </a:rPr>
              <a:t>Processing_Time_Min</a:t>
            </a:r>
            <a:r>
              <a:rPr lang="en-US" sz="1200" dirty="0">
                <a:solidFill>
                  <a:schemeClr val="accent1"/>
                </a:solidFill>
              </a:rPr>
              <a:t>) AS </a:t>
            </a:r>
            <a:r>
              <a:rPr lang="en-US" sz="1200" err="1">
                <a:solidFill>
                  <a:schemeClr val="accent1"/>
                </a:solidFill>
              </a:rPr>
              <a:t>Avg_Processing_Time</a:t>
            </a:r>
            <a:endParaRPr lang="en-US" sz="120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200" dirty="0">
                <a:solidFill>
                  <a:schemeClr val="accent1"/>
                </a:solidFill>
              </a:rPr>
              <a:t>FROM Warehouses</a:t>
            </a:r>
            <a:endParaRPr lang="en-US" sz="12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200" dirty="0">
                <a:solidFill>
                  <a:schemeClr val="accent1"/>
                </a:solidFill>
              </a:rPr>
              <a:t>GROUP BY </a:t>
            </a:r>
            <a:r>
              <a:rPr lang="en-US" sz="1200" err="1">
                <a:solidFill>
                  <a:schemeClr val="accent1"/>
                </a:solidFill>
              </a:rPr>
              <a:t>Warehouse_ID</a:t>
            </a:r>
            <a:endParaRPr lang="en-US" sz="120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200" dirty="0">
                <a:solidFill>
                  <a:schemeClr val="accent1"/>
                </a:solidFill>
              </a:rPr>
              <a:t>ORDER BY </a:t>
            </a:r>
            <a:r>
              <a:rPr lang="en-US" sz="1200" err="1">
                <a:solidFill>
                  <a:schemeClr val="accent1"/>
                </a:solidFill>
              </a:rPr>
              <a:t>Avg_Processing_Time</a:t>
            </a:r>
            <a:r>
              <a:rPr lang="en-US" sz="1200" dirty="0">
                <a:solidFill>
                  <a:schemeClr val="accent1"/>
                </a:solidFill>
              </a:rPr>
              <a:t> DESC</a:t>
            </a:r>
            <a:endParaRPr lang="en-US" sz="12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200" dirty="0">
                <a:solidFill>
                  <a:schemeClr val="accent1"/>
                </a:solidFill>
              </a:rPr>
              <a:t>LIMIT 3;</a:t>
            </a:r>
            <a:endParaRPr lang="en-US" sz="12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85D8B-8921-E995-D1DB-0807BEA3D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2885000"/>
            <a:ext cx="8373618" cy="318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97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023AF-B5CA-6F10-2D43-A51DE7D4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DEB449B6-21D2-1820-84CF-FED948B9D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292EE-A75D-5654-B628-843E7AEB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0" dirty="0">
                <a:ea typeface="+mj-lt"/>
                <a:cs typeface="+mj-lt"/>
              </a:rPr>
              <a:t>4.2 Calculate total vs. delayed shipments for each warehouse</a:t>
            </a:r>
            <a:endParaRPr lang="en-US" sz="1900" b="0" kern="1200" dirty="0">
              <a:ea typeface="+mj-lt"/>
              <a:cs typeface="+mj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3CB6244-F8F7-3908-9768-FC3F9441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AD658-FC13-A810-33EF-0AD3EC7C8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79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endParaRPr lang="en-US" dirty="0"/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Warehouse_ID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n-US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COUNT(*) AS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Total_Orders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n-US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COUNT(CASE WHEN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Actual_Delivery_Date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&gt;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Expected_Delivery_Date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THEN 1 END) </a:t>
            </a:r>
            <a:endParaRPr lang="en-US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     AS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Delayed_Orders</a:t>
            </a:r>
            <a:endParaRPr lang="en-US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FROM Orders</a:t>
            </a:r>
            <a:endParaRPr lang="en-US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GROUP BY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Warehouse_ID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;</a:t>
            </a:r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41367EC-07F3-7296-817A-ABCB6B3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C6FE32D-2F6D-5498-49DB-9979D5CF2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22650BE-97F6-9EC3-A227-1C843CFED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BC213A-057A-00C6-F7C7-6370D91E1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4783" y="1386772"/>
            <a:ext cx="4572000" cy="33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6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EB507-8082-14B4-1539-75EC1974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FF373-A218-7739-75F9-BC511200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4.3 Use CTEs to find bottleneck warehouses where processing time &gt; global average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0E04D-05BA-D80A-EF96-6C778832F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8610" y="2684095"/>
            <a:ext cx="3332365" cy="3492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WITH </a:t>
            </a:r>
            <a:r>
              <a:rPr lang="en-US" sz="1600" err="1">
                <a:solidFill>
                  <a:schemeClr val="accent1"/>
                </a:solidFill>
              </a:rPr>
              <a:t>AvgProc</a:t>
            </a:r>
            <a:r>
              <a:rPr lang="en-US" sz="1600" dirty="0">
                <a:solidFill>
                  <a:schemeClr val="accent1"/>
                </a:solidFill>
              </a:rPr>
              <a:t> AS (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SELECT AVG(</a:t>
            </a:r>
            <a:r>
              <a:rPr lang="en-US" sz="1600" err="1">
                <a:solidFill>
                  <a:schemeClr val="accent1"/>
                </a:solidFill>
              </a:rPr>
              <a:t>Processing_Time_Min</a:t>
            </a:r>
            <a:r>
              <a:rPr lang="en-US" sz="1600" dirty="0">
                <a:solidFill>
                  <a:schemeClr val="accent1"/>
                </a:solidFill>
              </a:rPr>
              <a:t>) AS </a:t>
            </a:r>
            <a:r>
              <a:rPr lang="en-US" sz="1600" err="1">
                <a:solidFill>
                  <a:schemeClr val="accent1"/>
                </a:solidFill>
              </a:rPr>
              <a:t>Global_Avg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FROM Warehouses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)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SELECT 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</a:t>
            </a:r>
            <a:r>
              <a:rPr lang="en-US" sz="1600" err="1">
                <a:solidFill>
                  <a:schemeClr val="accent1"/>
                </a:solidFill>
              </a:rPr>
              <a:t>Warehouse_ID</a:t>
            </a:r>
            <a:r>
              <a:rPr lang="en-US" sz="1600" dirty="0">
                <a:solidFill>
                  <a:schemeClr val="accent1"/>
                </a:solidFill>
              </a:rPr>
              <a:t>,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</a:t>
            </a:r>
            <a:r>
              <a:rPr lang="en-US" sz="1600" err="1">
                <a:solidFill>
                  <a:schemeClr val="accent1"/>
                </a:solidFill>
              </a:rPr>
              <a:t>Processing_Time_Min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FROM Warehouses, </a:t>
            </a:r>
            <a:r>
              <a:rPr lang="en-US" sz="1600" err="1">
                <a:solidFill>
                  <a:schemeClr val="accent1"/>
                </a:solidFill>
              </a:rPr>
              <a:t>AvgProc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WHERE </a:t>
            </a:r>
            <a:r>
              <a:rPr lang="en-US" sz="1600" err="1">
                <a:solidFill>
                  <a:schemeClr val="accent1"/>
                </a:solidFill>
              </a:rPr>
              <a:t>Processing_Time_Min</a:t>
            </a:r>
            <a:r>
              <a:rPr lang="en-US" sz="1600" dirty="0">
                <a:solidFill>
                  <a:schemeClr val="accent1"/>
                </a:solidFill>
              </a:rPr>
              <a:t> &gt; </a:t>
            </a:r>
            <a:r>
              <a:rPr lang="en-US" sz="1600" err="1">
                <a:solidFill>
                  <a:schemeClr val="accent1"/>
                </a:solidFill>
              </a:rPr>
              <a:t>Global_Avg</a:t>
            </a:r>
            <a:r>
              <a:rPr lang="en-US" sz="1600" dirty="0">
                <a:solidFill>
                  <a:schemeClr val="accent1"/>
                </a:solidFill>
              </a:rPr>
              <a:t>;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FDF7443-E3E9-791B-AF26-5FA4BEA7E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9362" y="2093603"/>
            <a:ext cx="4830318" cy="261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83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B60C1-1A29-F3C8-6040-D025AC84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226D85D-C90B-CFB7-1FC5-CC5CAFB59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C36BB-3826-053A-EC48-0443ED57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0" dirty="0">
                <a:ea typeface="+mj-lt"/>
                <a:cs typeface="+mj-lt"/>
              </a:rPr>
              <a:t>4.4 Rank warehouses based on on-time delivery percentage</a:t>
            </a:r>
            <a:endParaRPr lang="en-US" sz="1900" b="0" kern="1200" dirty="0">
              <a:ea typeface="+mj-lt"/>
              <a:cs typeface="+mj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02FDEA0-BE33-065B-2647-0C152EBC6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A6D49-556F-603E-4104-5E81B6F82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79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endParaRPr lang="en-US" dirty="0"/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Warehouse_ID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COUNT(CASE WHEN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Actual_Delivery_Date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&lt;=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Expected_Delivery_Date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THEN 1 END) 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     * 1 / COUNT(*) AS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OnTime_Percentage</a:t>
            </a:r>
            <a:endParaRPr lang="en-US" dirty="0" err="1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FROM Orders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GROUP BY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Warehouse_ID</a:t>
            </a:r>
            <a:endParaRPr lang="en-US" dirty="0" err="1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ORDER BY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OnTime_Percentage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DESC;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91870C2-9607-E32B-6B5E-CAF3E062F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018B07B-114D-BFFD-04DA-5B3ADFB1B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A6E0FDA-9538-4494-748E-5ADB24685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54C53-B1F6-7727-36E4-DE85592FE2E0}"/>
              </a:ext>
            </a:extLst>
          </p:cNvPr>
          <p:cNvSpPr txBox="1"/>
          <p:nvPr/>
        </p:nvSpPr>
        <p:spPr>
          <a:xfrm>
            <a:off x="4291148" y="5545183"/>
            <a:ext cx="46177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C0504D"/>
                </a:solidFill>
                <a:ea typeface="+mn-lt"/>
                <a:cs typeface="+mn-lt"/>
              </a:rPr>
              <a:t>Warehouses with lower on-time percentages require process optimization.</a:t>
            </a:r>
            <a:endParaRPr lang="en-US" b="1" dirty="0">
              <a:ea typeface="Calibri"/>
              <a:cs typeface="Calibri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BDAC80B-7A4B-3E3C-B4E6-768E2C42D2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735950"/>
              </p:ext>
            </p:extLst>
          </p:nvPr>
        </p:nvGraphicFramePr>
        <p:xfrm>
          <a:off x="4336869" y="1585867"/>
          <a:ext cx="4572000" cy="3109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4964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Task 5: Delivery Agent Performance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FA22B6C-0D32-D4CC-C489-157EAF22D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1036803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D30E3-0E3E-AF19-C8AC-BD8CAE00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20953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3C2A0-2854-C83D-EE5E-20FACDB6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978619"/>
            <a:ext cx="255803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2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5.1 Rank agents (per route) by on-time delivery percentage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130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093976"/>
            <a:ext cx="2496312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28FA5-DD22-80BA-BE73-C9B805CD8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252870"/>
            <a:ext cx="2559164" cy="35602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SELECT 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</a:t>
            </a:r>
            <a:r>
              <a:rPr lang="en-US" sz="1500" err="1">
                <a:solidFill>
                  <a:schemeClr val="accent1"/>
                </a:solidFill>
              </a:rPr>
              <a:t>Agent_ID</a:t>
            </a:r>
            <a:r>
              <a:rPr lang="en-US" sz="1500" dirty="0">
                <a:solidFill>
                  <a:schemeClr val="accent1"/>
                </a:solidFill>
              </a:rPr>
              <a:t>,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</a:t>
            </a:r>
            <a:r>
              <a:rPr lang="en-US" sz="1500" err="1">
                <a:solidFill>
                  <a:schemeClr val="accent1"/>
                </a:solidFill>
              </a:rPr>
              <a:t>Route_ID</a:t>
            </a:r>
            <a:r>
              <a:rPr lang="en-US" sz="1500" dirty="0">
                <a:solidFill>
                  <a:schemeClr val="accent1"/>
                </a:solidFill>
              </a:rPr>
              <a:t>,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</a:t>
            </a:r>
            <a:r>
              <a:rPr lang="en-US" sz="1500" err="1">
                <a:solidFill>
                  <a:schemeClr val="accent1"/>
                </a:solidFill>
              </a:rPr>
              <a:t>On_Time_Percentage</a:t>
            </a:r>
            <a:r>
              <a:rPr lang="en-US" sz="1500" dirty="0">
                <a:solidFill>
                  <a:schemeClr val="accent1"/>
                </a:solidFill>
              </a:rPr>
              <a:t>,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RANK() OVER (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     PARTITION BY </a:t>
            </a:r>
            <a:r>
              <a:rPr lang="en-US" sz="1500" err="1">
                <a:solidFill>
                  <a:schemeClr val="accent1"/>
                </a:solidFill>
              </a:rPr>
              <a:t>Route_ID</a:t>
            </a:r>
            <a:endParaRPr lang="en-US" sz="15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     ORDER BY </a:t>
            </a:r>
            <a:r>
              <a:rPr lang="en-US" sz="1500" err="1">
                <a:solidFill>
                  <a:schemeClr val="accent1"/>
                </a:solidFill>
              </a:rPr>
              <a:t>On_Time_Percentage</a:t>
            </a:r>
            <a:r>
              <a:rPr lang="en-US" sz="1500" dirty="0">
                <a:solidFill>
                  <a:schemeClr val="accent1"/>
                </a:solidFill>
              </a:rPr>
              <a:t> DESC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    ) AS </a:t>
            </a:r>
            <a:r>
              <a:rPr lang="en-US" sz="1500" err="1">
                <a:solidFill>
                  <a:schemeClr val="accent1"/>
                </a:solidFill>
              </a:rPr>
              <a:t>Agent_Rank</a:t>
            </a:r>
            <a:endParaRPr lang="en-US" sz="15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</a:rPr>
              <a:t>FROM </a:t>
            </a:r>
            <a:r>
              <a:rPr lang="en-US" sz="1500" dirty="0" err="1">
                <a:solidFill>
                  <a:schemeClr val="accent1"/>
                </a:solidFill>
              </a:rPr>
              <a:t>Delivery_Agents</a:t>
            </a:r>
            <a:r>
              <a:rPr lang="en-US" sz="1500" dirty="0">
                <a:solidFill>
                  <a:schemeClr val="accent1"/>
                </a:solidFill>
              </a:rPr>
              <a:t>;</a:t>
            </a:r>
            <a:endParaRPr lang="en-US" sz="15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CD5FDC-47B1-BB51-D1E7-F2F1E8180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8040" y="630936"/>
            <a:ext cx="3077503" cy="549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97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84EA5-DFF8-6475-7D7A-99170BA4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3CCDE-2279-2FC7-F195-508E529D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9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5.2 Find agents with on-time % &lt; 80%.</a:t>
            </a:r>
          </a:p>
        </p:txBody>
      </p:sp>
      <p:sp>
        <p:nvSpPr>
          <p:cNvPr id="8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14A17-7B54-4D12-988F-C7A9DD00D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202" y="2807208"/>
            <a:ext cx="257175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dirty="0">
                <a:solidFill>
                  <a:schemeClr val="accent1"/>
                </a:solidFill>
              </a:rPr>
              <a:t>SELECT *</a:t>
            </a:r>
            <a:endParaRPr lang="en-US" sz="19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900" dirty="0">
                <a:solidFill>
                  <a:schemeClr val="accent1"/>
                </a:solidFill>
              </a:rPr>
              <a:t>FROM </a:t>
            </a:r>
            <a:r>
              <a:rPr lang="en-US" sz="1900" err="1">
                <a:solidFill>
                  <a:schemeClr val="accent1"/>
                </a:solidFill>
              </a:rPr>
              <a:t>Delivery_Agents</a:t>
            </a:r>
            <a:endParaRPr lang="en-US" sz="1900" dirty="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900" dirty="0">
                <a:solidFill>
                  <a:schemeClr val="accent1"/>
                </a:solidFill>
              </a:rPr>
              <a:t>WHERE </a:t>
            </a:r>
            <a:r>
              <a:rPr lang="en-US" sz="1900" err="1">
                <a:solidFill>
                  <a:schemeClr val="accent1"/>
                </a:solidFill>
              </a:rPr>
              <a:t>On_Time_Percentage</a:t>
            </a:r>
            <a:r>
              <a:rPr lang="en-US" sz="1900" dirty="0">
                <a:solidFill>
                  <a:schemeClr val="accent1"/>
                </a:solidFill>
              </a:rPr>
              <a:t> &lt; 80;</a:t>
            </a:r>
            <a:endParaRPr lang="en-US" sz="19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A34B5C-3D8D-899C-AFDB-013F2D051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722" y="1280218"/>
            <a:ext cx="5177790" cy="429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06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9DDA5-84C5-1068-4709-6E93A444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020C988C-FAAD-4B22-8BA7-6B5DEFD8D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15E30-DCB8-ABC8-5694-3802233B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3946"/>
            <a:ext cx="3835613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b="0"/>
              <a:t>5.3 Compare average speed of top 5 vs bottom 5 agents using subqueries.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B8F76-8C3A-881C-3318-360843F40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650" y="1825625"/>
            <a:ext cx="383561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SELECT AVG(</a:t>
            </a:r>
            <a:r>
              <a:rPr lang="en-US" err="1">
                <a:solidFill>
                  <a:schemeClr val="accent1"/>
                </a:solidFill>
              </a:rPr>
              <a:t>Avg_Speed_KM_HR</a:t>
            </a:r>
            <a:r>
              <a:rPr lang="en-US" dirty="0">
                <a:solidFill>
                  <a:schemeClr val="accent1"/>
                </a:solidFill>
              </a:rPr>
              <a:t>) AS Top5_Avg_Speed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FROM (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SELECT </a:t>
            </a:r>
            <a:r>
              <a:rPr lang="en-US" err="1">
                <a:solidFill>
                  <a:schemeClr val="accent1"/>
                </a:solidFill>
              </a:rPr>
              <a:t>Avg_Speed_KM_HR</a:t>
            </a:r>
            <a:endParaRPr lang="en-US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FROM </a:t>
            </a:r>
            <a:r>
              <a:rPr lang="en-US" err="1">
                <a:solidFill>
                  <a:schemeClr val="accent1"/>
                </a:solidFill>
              </a:rPr>
              <a:t>Delivery_Agents</a:t>
            </a:r>
            <a:endParaRPr lang="en-US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ORDER BY </a:t>
            </a:r>
            <a:r>
              <a:rPr lang="en-US" err="1">
                <a:solidFill>
                  <a:schemeClr val="accent1"/>
                </a:solidFill>
              </a:rPr>
              <a:t>On_Time_Percentage</a:t>
            </a:r>
            <a:r>
              <a:rPr lang="en-US" dirty="0">
                <a:solidFill>
                  <a:schemeClr val="accent1"/>
                </a:solidFill>
              </a:rPr>
              <a:t> DESC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LIMIT 5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) t;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SELECT AVG(</a:t>
            </a:r>
            <a:r>
              <a:rPr lang="en-US" err="1">
                <a:solidFill>
                  <a:schemeClr val="accent1"/>
                </a:solidFill>
              </a:rPr>
              <a:t>Avg_Speed_KM_HR</a:t>
            </a:r>
            <a:r>
              <a:rPr lang="en-US" dirty="0">
                <a:solidFill>
                  <a:schemeClr val="accent1"/>
                </a:solidFill>
              </a:rPr>
              <a:t>) AS Bottom5_Avg_Speed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FROM (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SELECT </a:t>
            </a:r>
            <a:r>
              <a:rPr lang="en-US" err="1">
                <a:solidFill>
                  <a:schemeClr val="accent1"/>
                </a:solidFill>
              </a:rPr>
              <a:t>Avg_Speed_KM_HR</a:t>
            </a:r>
            <a:endParaRPr lang="en-US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FROM </a:t>
            </a:r>
            <a:r>
              <a:rPr lang="en-US" err="1">
                <a:solidFill>
                  <a:schemeClr val="accent1"/>
                </a:solidFill>
              </a:rPr>
              <a:t>Delivery_Agents</a:t>
            </a:r>
            <a:endParaRPr lang="en-US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ORDER BY </a:t>
            </a:r>
            <a:r>
              <a:rPr lang="en-US" err="1">
                <a:solidFill>
                  <a:schemeClr val="accent1"/>
                </a:solidFill>
              </a:rPr>
              <a:t>On_Time_Percentage</a:t>
            </a:r>
            <a:r>
              <a:rPr lang="en-US" dirty="0">
                <a:solidFill>
                  <a:schemeClr val="accent1"/>
                </a:solidFill>
              </a:rPr>
              <a:t> ASC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    LIMIT 5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) b;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4476" y="2507215"/>
            <a:ext cx="710616" cy="921785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432189" flipV="1">
            <a:off x="5078726" y="2452613"/>
            <a:ext cx="4592562" cy="344442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F3DBD7-B0B2-6BA9-B332-2F014DAFD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738" y="828994"/>
            <a:ext cx="2325431" cy="2000497"/>
          </a:xfrm>
          <a:custGeom>
            <a:avLst/>
            <a:gdLst/>
            <a:ahLst/>
            <a:cxnLst/>
            <a:rect l="l" t="t" r="r" b="b"/>
            <a:pathLst>
              <a:path w="2185353" h="2064564">
                <a:moveTo>
                  <a:pt x="65529" y="0"/>
                </a:moveTo>
                <a:lnTo>
                  <a:pt x="2119824" y="0"/>
                </a:lnTo>
                <a:cubicBezTo>
                  <a:pt x="2156015" y="0"/>
                  <a:pt x="2185353" y="29338"/>
                  <a:pt x="2185353" y="65529"/>
                </a:cubicBezTo>
                <a:lnTo>
                  <a:pt x="2185353" y="1999035"/>
                </a:lnTo>
                <a:cubicBezTo>
                  <a:pt x="2185353" y="2035226"/>
                  <a:pt x="2156015" y="2064564"/>
                  <a:pt x="2119824" y="2064564"/>
                </a:cubicBezTo>
                <a:lnTo>
                  <a:pt x="65529" y="2064564"/>
                </a:lnTo>
                <a:cubicBezTo>
                  <a:pt x="29338" y="2064564"/>
                  <a:pt x="0" y="2035226"/>
                  <a:pt x="0" y="1999035"/>
                </a:cubicBezTo>
                <a:lnTo>
                  <a:pt x="0" y="65529"/>
                </a:lnTo>
                <a:cubicBezTo>
                  <a:pt x="0" y="29338"/>
                  <a:pt x="29338" y="0"/>
                  <a:pt x="65529" y="0"/>
                </a:cubicBezTo>
                <a:close/>
              </a:path>
            </a:pathLst>
          </a:cu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9FE405F-23ED-8ED7-24F6-46A1B56C3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69312" y="3431840"/>
            <a:ext cx="2553901" cy="1870727"/>
          </a:xfrm>
          <a:custGeom>
            <a:avLst/>
            <a:gdLst/>
            <a:ahLst/>
            <a:cxnLst/>
            <a:rect l="l" t="t" r="r" b="b"/>
            <a:pathLst>
              <a:path w="2185353" h="2064564">
                <a:moveTo>
                  <a:pt x="65529" y="0"/>
                </a:moveTo>
                <a:lnTo>
                  <a:pt x="2119824" y="0"/>
                </a:lnTo>
                <a:cubicBezTo>
                  <a:pt x="2156015" y="0"/>
                  <a:pt x="2185353" y="29338"/>
                  <a:pt x="2185353" y="65529"/>
                </a:cubicBezTo>
                <a:lnTo>
                  <a:pt x="2185353" y="1999035"/>
                </a:lnTo>
                <a:cubicBezTo>
                  <a:pt x="2185353" y="2035226"/>
                  <a:pt x="2156015" y="2064564"/>
                  <a:pt x="2119824" y="2064564"/>
                </a:cubicBezTo>
                <a:lnTo>
                  <a:pt x="65529" y="2064564"/>
                </a:lnTo>
                <a:cubicBezTo>
                  <a:pt x="29338" y="2064564"/>
                  <a:pt x="0" y="2035226"/>
                  <a:pt x="0" y="1999035"/>
                </a:cubicBezTo>
                <a:lnTo>
                  <a:pt x="0" y="65529"/>
                </a:lnTo>
                <a:cubicBezTo>
                  <a:pt x="0" y="29338"/>
                  <a:pt x="29338" y="0"/>
                  <a:pt x="6552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27576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Task 6: Shipment Tracking Analytics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73D67C-A2C8-2F79-C5EF-D5E72D13D8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778768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91A62-0E99-BB52-233B-E5B1D984B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B10C17-042F-E0D9-9732-1CA236781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9610" y="623275"/>
            <a:ext cx="2159033" cy="5607882"/>
          </a:xfrm>
          <a:prstGeom prst="rect">
            <a:avLst/>
          </a:prstGeom>
        </p:spPr>
      </p:pic>
      <p:sp>
        <p:nvSpPr>
          <p:cNvPr id="107" name="Right Triangle 10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900" y="623275"/>
            <a:ext cx="385622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D4E5A-4C29-70FE-338C-0C8E21A6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374" y="1188637"/>
            <a:ext cx="3163604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6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6.1 For each order, list the last checkpoint and time.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50A41-C00C-04DD-EE72-20726C162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7374" y="2998278"/>
            <a:ext cx="3086079" cy="1893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700" dirty="0">
                <a:solidFill>
                  <a:schemeClr val="accent1"/>
                </a:solidFill>
              </a:rPr>
              <a:t>SELECT </a:t>
            </a:r>
            <a:endParaRPr lang="en-US" sz="17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700" dirty="0">
                <a:solidFill>
                  <a:schemeClr val="accent1"/>
                </a:solidFill>
              </a:rPr>
              <a:t>    </a:t>
            </a:r>
            <a:r>
              <a:rPr lang="en-US" sz="1700" err="1">
                <a:solidFill>
                  <a:schemeClr val="accent1"/>
                </a:solidFill>
              </a:rPr>
              <a:t>Order_ID</a:t>
            </a:r>
            <a:r>
              <a:rPr lang="en-US" sz="1700" dirty="0">
                <a:solidFill>
                  <a:schemeClr val="accent1"/>
                </a:solidFill>
              </a:rPr>
              <a:t>,</a:t>
            </a:r>
            <a:endParaRPr lang="en-US" sz="17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700" dirty="0">
                <a:solidFill>
                  <a:schemeClr val="accent1"/>
                </a:solidFill>
              </a:rPr>
              <a:t>    MAX(</a:t>
            </a:r>
            <a:r>
              <a:rPr lang="en-US" sz="1700" err="1">
                <a:solidFill>
                  <a:schemeClr val="accent1"/>
                </a:solidFill>
              </a:rPr>
              <a:t>Checkpoint_Time</a:t>
            </a:r>
            <a:r>
              <a:rPr lang="en-US" sz="1700" dirty="0">
                <a:solidFill>
                  <a:schemeClr val="accent1"/>
                </a:solidFill>
              </a:rPr>
              <a:t>) AS </a:t>
            </a:r>
            <a:r>
              <a:rPr lang="en-US" sz="1700" err="1">
                <a:solidFill>
                  <a:schemeClr val="accent1"/>
                </a:solidFill>
              </a:rPr>
              <a:t>Last_Checkpoint_Time</a:t>
            </a:r>
            <a:endParaRPr lang="en-US" sz="17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700" dirty="0">
                <a:solidFill>
                  <a:schemeClr val="accent1"/>
                </a:solidFill>
              </a:rPr>
              <a:t>FROM </a:t>
            </a:r>
            <a:r>
              <a:rPr lang="en-US" sz="1700" err="1">
                <a:solidFill>
                  <a:schemeClr val="accent1"/>
                </a:solidFill>
              </a:rPr>
              <a:t>Shipment_Tracking</a:t>
            </a:r>
            <a:endParaRPr lang="en-US" sz="17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700" dirty="0">
                <a:solidFill>
                  <a:schemeClr val="accent1"/>
                </a:solidFill>
              </a:rPr>
              <a:t>GROUP BY </a:t>
            </a:r>
            <a:r>
              <a:rPr lang="en-US" sz="1700" err="1">
                <a:solidFill>
                  <a:schemeClr val="accent1"/>
                </a:solidFill>
              </a:rPr>
              <a:t>Order_ID</a:t>
            </a:r>
            <a:r>
              <a:rPr lang="en-US" sz="1700" dirty="0">
                <a:solidFill>
                  <a:schemeClr val="accent1"/>
                </a:solidFill>
              </a:rPr>
              <a:t>;</a:t>
            </a:r>
            <a:endParaRPr lang="en-US" sz="17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6104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BEE49-DEFA-E51A-BB3B-4C432489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EF360A39-8A39-061B-1DC5-1761467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75A6283E-F936-4756-FED6-35D393F62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20953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518E1-3B6C-F8BC-1A62-D0F6B904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978619"/>
            <a:ext cx="2558034" cy="11064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2200" b="0" dirty="0">
                <a:ea typeface="Calibri"/>
                <a:cs typeface="Calibri"/>
              </a:rPr>
              <a:t>6.2 </a:t>
            </a:r>
            <a:r>
              <a:rPr lang="en-US" sz="2200" b="0" dirty="0">
                <a:ea typeface="+mj-lt"/>
                <a:cs typeface="+mj-lt"/>
              </a:rPr>
              <a:t>Find the most common delay reasons (excluding None).</a:t>
            </a:r>
            <a:endParaRPr lang="en-US" sz="2200" b="0" kern="1200" dirty="0">
              <a:latin typeface="+mj-lt"/>
              <a:ea typeface="Calibri"/>
              <a:cs typeface="Calibri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26A9F0B-611C-D18C-0B48-2F9C01804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130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872A386-37BF-39B0-7E88-AD2CC9932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093976"/>
            <a:ext cx="2496312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ECA8F-79E0-AF6F-9C2E-D0F838333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252870"/>
            <a:ext cx="2559164" cy="35602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endParaRPr lang="en-US" dirty="0"/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Delay_Reason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    COUNT(*) AS Frequency</a:t>
            </a:r>
            <a:endParaRPr lang="en-US" dirty="0"/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FROM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Shipment_Tracking</a:t>
            </a:r>
            <a:endParaRPr lang="en-US" dirty="0" err="1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WHERE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Delay_Reason</a:t>
            </a: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 IS NOT NULL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GROUP BY </a:t>
            </a:r>
            <a:r>
              <a:rPr lang="en-US" sz="1500" dirty="0" err="1">
                <a:solidFill>
                  <a:schemeClr val="accent1"/>
                </a:solidFill>
                <a:ea typeface="+mn-lt"/>
                <a:cs typeface="+mn-lt"/>
              </a:rPr>
              <a:t>Delay_Reason</a:t>
            </a:r>
            <a:endParaRPr lang="en-US" dirty="0" err="1">
              <a:solidFill>
                <a:schemeClr val="accent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1500" dirty="0">
                <a:solidFill>
                  <a:schemeClr val="accent1"/>
                </a:solidFill>
                <a:ea typeface="+mn-lt"/>
                <a:cs typeface="+mn-lt"/>
              </a:rPr>
              <a:t>ORDER BY Frequency DESC;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4F048D-11F6-C9A1-883B-24A252692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8529" y="554795"/>
            <a:ext cx="2876550" cy="169545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8495B39-60A1-556C-CA14-6265FB7882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3934846"/>
              </p:ext>
            </p:extLst>
          </p:nvPr>
        </p:nvGraphicFramePr>
        <p:xfrm>
          <a:off x="4301116" y="3022857"/>
          <a:ext cx="4572000" cy="3109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113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0A9F5-B07E-FAB8-4DF9-6ADBD529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536F5-0630-6A9A-8805-8CB41AB8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60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6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6.3 Identify orders with &gt;2 delayed checkpoints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7227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675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14FBCA-7FCB-3F51-DDA0-6C10D0D4F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7137" y="650494"/>
            <a:ext cx="1291104" cy="5324142"/>
          </a:xfrm>
          <a:prstGeom prst="rect">
            <a:avLst/>
          </a:pr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5833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3EF15-C0D9-6612-C6E0-820A2178B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2925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SELECT 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</a:t>
            </a:r>
            <a:r>
              <a:rPr lang="en-US" sz="1600" dirty="0" err="1">
                <a:solidFill>
                  <a:schemeClr val="accent1"/>
                </a:solidFill>
              </a:rPr>
              <a:t>Order_ID</a:t>
            </a:r>
            <a:r>
              <a:rPr lang="en-US" sz="1600" dirty="0">
                <a:solidFill>
                  <a:schemeClr val="accent1"/>
                </a:solidFill>
              </a:rPr>
              <a:t>,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COUNT(*) AS </a:t>
            </a:r>
            <a:r>
              <a:rPr lang="en-US" sz="1600" dirty="0" err="1">
                <a:solidFill>
                  <a:schemeClr val="accent1"/>
                </a:solidFill>
              </a:rPr>
              <a:t>Delay_Count</a:t>
            </a:r>
            <a:endParaRPr lang="en-US" sz="1600" dirty="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FROM </a:t>
            </a:r>
            <a:r>
              <a:rPr lang="en-US" sz="1600" dirty="0" err="1">
                <a:solidFill>
                  <a:schemeClr val="accent1"/>
                </a:solidFill>
              </a:rPr>
              <a:t>Shipment_Tracking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WHERE </a:t>
            </a:r>
            <a:r>
              <a:rPr lang="en-US" sz="1600" dirty="0" err="1">
                <a:solidFill>
                  <a:schemeClr val="accent1"/>
                </a:solidFill>
              </a:rPr>
              <a:t>Delay_Reason</a:t>
            </a:r>
            <a:r>
              <a:rPr lang="en-US" sz="1600" dirty="0">
                <a:solidFill>
                  <a:schemeClr val="accent1"/>
                </a:solidFill>
              </a:rPr>
              <a:t> IS NOT NULL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GROUP BY </a:t>
            </a:r>
            <a:r>
              <a:rPr lang="en-US" sz="1600" dirty="0" err="1">
                <a:solidFill>
                  <a:schemeClr val="accent1"/>
                </a:solidFill>
              </a:rPr>
              <a:t>Order_ID</a:t>
            </a:r>
            <a:endParaRPr lang="en-US" sz="1600" dirty="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HAVING COUNT(*) &gt; 2;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65301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36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Task 7: KPI Reporting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2A8EDE8-8085-D154-A872-58CDAEDE9B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98394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AE486-2340-FD85-349A-16DD15B8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578BA272-6E1C-B65C-B506-8FAC2EA86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8EDC9-942A-103B-1B6B-9B393A07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60" y="519375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600" b="0" dirty="0">
                <a:ea typeface="Calibri"/>
                <a:cs typeface="Calibri"/>
              </a:rPr>
              <a:t>7.1 </a:t>
            </a:r>
            <a:r>
              <a:rPr lang="en-US" sz="2600" b="0" dirty="0">
                <a:ea typeface="+mj-lt"/>
                <a:cs typeface="+mj-lt"/>
              </a:rPr>
              <a:t>Average Delivery Delay per Region (</a:t>
            </a:r>
            <a:r>
              <a:rPr lang="en-US" sz="2600" b="0" dirty="0" err="1">
                <a:ea typeface="+mj-lt"/>
                <a:cs typeface="+mj-lt"/>
              </a:rPr>
              <a:t>Start_Location</a:t>
            </a:r>
            <a:r>
              <a:rPr lang="en-US" sz="2600" b="0" dirty="0">
                <a:ea typeface="+mj-lt"/>
                <a:cs typeface="+mj-lt"/>
              </a:rPr>
              <a:t>).</a:t>
            </a:r>
            <a:endParaRPr lang="en-US" sz="2600" b="0" kern="1200" dirty="0">
              <a:latin typeface="+mj-lt"/>
              <a:ea typeface="Calibri"/>
              <a:cs typeface="Calibri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F01E798-4282-A2C4-39D4-6552672EB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7227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236B1D5-295A-21BD-DFD2-F06C6755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675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D453C34-E5FA-4364-5810-E5DD3059F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5833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22471B7-3F85-6AAE-E5C6-089E2CECD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65301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08D64-C44A-A1F7-02E4-CF87DE55C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64085" y="2249129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SELECT </a:t>
            </a:r>
            <a:endParaRPr lang="en-US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</a:t>
            </a:r>
            <a:r>
              <a:rPr lang="en-US" sz="1600" dirty="0" err="1">
                <a:solidFill>
                  <a:schemeClr val="accent1"/>
                </a:solidFill>
              </a:rPr>
              <a:t>Order_ID</a:t>
            </a:r>
            <a:r>
              <a:rPr lang="en-US" sz="1600" dirty="0">
                <a:solidFill>
                  <a:schemeClr val="accent1"/>
                </a:solidFill>
              </a:rPr>
              <a:t>,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    COUNT(*) AS </a:t>
            </a:r>
            <a:r>
              <a:rPr lang="en-US" sz="1600" dirty="0" err="1">
                <a:solidFill>
                  <a:schemeClr val="accent1"/>
                </a:solidFill>
              </a:rPr>
              <a:t>Delay_Count</a:t>
            </a:r>
            <a:endParaRPr lang="en-US" sz="1600" dirty="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FROM </a:t>
            </a:r>
            <a:r>
              <a:rPr lang="en-US" sz="1600" dirty="0" err="1">
                <a:solidFill>
                  <a:schemeClr val="accent1"/>
                </a:solidFill>
              </a:rPr>
              <a:t>Shipment_Tracking</a:t>
            </a:r>
            <a:endParaRPr lang="en-US" sz="160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WHERE </a:t>
            </a:r>
            <a:r>
              <a:rPr lang="en-US" sz="1600" dirty="0" err="1">
                <a:solidFill>
                  <a:schemeClr val="accent1"/>
                </a:solidFill>
              </a:rPr>
              <a:t>Delay_Reason</a:t>
            </a:r>
            <a:r>
              <a:rPr lang="en-US" sz="1600" dirty="0">
                <a:solidFill>
                  <a:schemeClr val="accent1"/>
                </a:solidFill>
              </a:rPr>
              <a:t> IS NOT NULL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GROUP BY </a:t>
            </a:r>
            <a:r>
              <a:rPr lang="en-US" sz="1600" dirty="0" err="1">
                <a:solidFill>
                  <a:schemeClr val="accent1"/>
                </a:solidFill>
              </a:rPr>
              <a:t>Order_ID</a:t>
            </a:r>
            <a:endParaRPr lang="en-US" sz="1600" dirty="0" err="1">
              <a:solidFill>
                <a:schemeClr val="accent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</a:rPr>
              <a:t>HAVING COUNT(*) &gt; 2;</a:t>
            </a: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7AF9B9C-AD32-7A65-D7F8-DD4B9D10E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585" y="1056317"/>
            <a:ext cx="273491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40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7DD06-17EC-5919-4D07-585427DD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0" name="Rectangle 12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ight Triangle 13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8345E-46D0-1725-9753-EB3F36BD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39" y="951367"/>
            <a:ext cx="7103967" cy="11371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3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7.2 On-Time Delivery % = (Total On-Time Deliveries / Total Deliveries) * 100.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BC817B-6064-40F3-FB78-F63EB8A5D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307" y="4841338"/>
            <a:ext cx="4025604" cy="9544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E26B8-14C3-FA6A-65E1-FF3CB3A3A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371" y="2630862"/>
            <a:ext cx="5809476" cy="1408222"/>
          </a:xfrm>
        </p:spPr>
        <p:txBody>
          <a:bodyPr vert="horz" lIns="91440" tIns="45720" rIns="91440" bIns="45720" rtlCol="0" anchor="t">
            <a:noAutofit/>
          </a:bodyPr>
          <a:lstStyle/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endParaRPr lang="en-US" dirty="0"/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COUNT(CASE WHEN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Actual_Delivery_Date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 &lt;=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Expected_Delivery_Date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 THEN 1 END) 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     * 100.0 / COUNT(*) AS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OnTime_Delivery_Percentage</a:t>
            </a:r>
            <a:endParaRPr lang="en-US" dirty="0" err="1">
              <a:solidFill>
                <a:schemeClr val="accent1"/>
              </a:solidFill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FROM Orders;</a:t>
            </a:r>
            <a:endParaRPr lang="en-US" dirty="0">
              <a:solidFill>
                <a:schemeClr val="accent1"/>
              </a:solidFill>
            </a:endParaRPr>
          </a:p>
          <a:p>
            <a:pPr defTabSz="914400">
              <a:lnSpc>
                <a:spcPct val="90000"/>
              </a:lnSpc>
            </a:pPr>
            <a:endParaRPr lang="en-US" sz="16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4574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4A600-A8DC-A9C1-32CE-7BDC86E6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D8085BB4-0C07-E3B3-6471-5091D5AC2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A18CE-CD3E-BBCB-2C90-FF01B9A1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60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600" b="0" dirty="0"/>
              <a:t>7.3 </a:t>
            </a:r>
            <a:r>
              <a:rPr lang="en-US" sz="2600" b="0" dirty="0">
                <a:ea typeface="+mj-lt"/>
                <a:cs typeface="+mj-lt"/>
              </a:rPr>
              <a:t>Average Traffic Delay per Route</a:t>
            </a:r>
            <a:endParaRPr lang="en-US" sz="2600" b="0" kern="1200" dirty="0">
              <a:latin typeface="+mj-lt"/>
              <a:ea typeface="Calibri"/>
              <a:cs typeface="Calibri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A7CBCC1-62F5-D48F-9A20-0B49DB397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7227" y="1694387"/>
            <a:ext cx="740664" cy="887511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F54A587-DF90-89BC-609D-7156EB441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675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F291637-664F-651A-C2E4-44E8BEDD5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58339" y="1944913"/>
            <a:ext cx="3017520" cy="2743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9EFF0-8CE9-D042-8B39-C7C5FE769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2925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SELECT </a:t>
            </a:r>
            <a:endParaRPr lang="en-US" dirty="0"/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Route_ID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chemeClr val="accent1"/>
              </a:solidFill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    AVG(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Traffic_Delay_Min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) AS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Avg_Traffic_Delay</a:t>
            </a:r>
            <a:endParaRPr lang="en-US" dirty="0" err="1">
              <a:solidFill>
                <a:schemeClr val="accent1"/>
              </a:solidFill>
            </a:endParaRPr>
          </a:p>
          <a:p>
            <a:pPr defTabSz="914400"/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FROM Routes</a:t>
            </a:r>
            <a:endParaRPr lang="en-US" dirty="0">
              <a:solidFill>
                <a:schemeClr val="accent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GROUP BY </a:t>
            </a:r>
            <a:r>
              <a:rPr lang="en-US" sz="1600" dirty="0" err="1">
                <a:solidFill>
                  <a:schemeClr val="accent1"/>
                </a:solidFill>
                <a:ea typeface="+mn-lt"/>
                <a:cs typeface="+mn-lt"/>
              </a:rPr>
              <a:t>Route_ID</a:t>
            </a:r>
            <a:r>
              <a:rPr lang="en-US" sz="1600" dirty="0">
                <a:solidFill>
                  <a:schemeClr val="accent1"/>
                </a:solidFill>
                <a:ea typeface="+mn-lt"/>
                <a:cs typeface="+mn-lt"/>
              </a:rPr>
              <a:t>;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000C769-7651-22C8-9A41-F94130FBB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65301" y="6072626"/>
            <a:ext cx="740664" cy="115593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4F85B8-3E4B-4C20-3662-5D815C89E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758" y="864716"/>
            <a:ext cx="2698467" cy="471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23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2E3523-19F9-FFB9-781B-3FD90106D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18217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88691-20AD-F003-9269-478F5D5B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THANK YOU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20B74-BB35-F801-9CEC-4F4E9888D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C0504D"/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LINK</a:t>
            </a:r>
            <a:endParaRPr lang="en-US">
              <a:solidFill>
                <a:srgbClr val="C0504D"/>
              </a:solidFill>
              <a:ea typeface="Calibri"/>
              <a:cs typeface="Calibri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248011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UPS Logistics Optimization  SQL PROJECT</vt:lpstr>
      <vt:lpstr>Task 1: Data Cleaning &amp; Preparation</vt:lpstr>
      <vt:lpstr>1.1 Identify and delete duplicate Order_ID records</vt:lpstr>
      <vt:lpstr>1.2 Replace null Traffic_Delay_Min with the average delay for that route</vt:lpstr>
      <vt:lpstr>1.3 Convert all date columns into YYYY-MM-DD format using SQL functions</vt:lpstr>
      <vt:lpstr>1.4 Ensure that no Actual_Delivery_Date is before Order_Date (flag such records)</vt:lpstr>
      <vt:lpstr>Task 2: Delivery Delay Analysis</vt:lpstr>
      <vt:lpstr>2.1 Calculate delivery delay (in days) for each order</vt:lpstr>
      <vt:lpstr>2.2 Find Top 10 delayed routes based on average delay days</vt:lpstr>
      <vt:lpstr>PowerPoint Presentation</vt:lpstr>
      <vt:lpstr>2.3 Use window functions to rank all orders by delay within each warehouse.</vt:lpstr>
      <vt:lpstr>Task 3: Route Optimization Insights</vt:lpstr>
      <vt:lpstr>3.1 For each route, calculate:  Average delivery time (in days).  Average traffic delay.  Distance-to-time efficiency ratio: Distance_KM / Average_Travel_Time_Min</vt:lpstr>
      <vt:lpstr>3.2 Identify 3 routes with the worst efficiency ratio.</vt:lpstr>
      <vt:lpstr>3.3 Find routes with &gt;20% delayed shipments.</vt:lpstr>
      <vt:lpstr>3.4  Recommend potential routes for optimization.</vt:lpstr>
      <vt:lpstr>Task 4: Warehouse Performance</vt:lpstr>
      <vt:lpstr>4.1 Find the top 3 warehouses with the highest average processing time.</vt:lpstr>
      <vt:lpstr>4.2 Calculate total vs. delayed shipments for each warehouse</vt:lpstr>
      <vt:lpstr>4.3 Use CTEs to find bottleneck warehouses where processing time &gt; global average</vt:lpstr>
      <vt:lpstr>4.4 Rank warehouses based on on-time delivery percentage</vt:lpstr>
      <vt:lpstr>Task 5: Delivery Agent Performance</vt:lpstr>
      <vt:lpstr>5.1 Rank agents (per route) by on-time delivery percentage</vt:lpstr>
      <vt:lpstr>5.2 Find agents with on-time % &lt; 80%.</vt:lpstr>
      <vt:lpstr>5.3 Compare average speed of top 5 vs bottom 5 agents using subqueries.</vt:lpstr>
      <vt:lpstr>Task 6: Shipment Tracking Analytics</vt:lpstr>
      <vt:lpstr>6.1 For each order, list the last checkpoint and time.</vt:lpstr>
      <vt:lpstr>6.2 Find the most common delay reasons (excluding None).</vt:lpstr>
      <vt:lpstr>6.3 Identify orders with &gt;2 delayed checkpoints</vt:lpstr>
      <vt:lpstr>Task 7: KPI Reporting</vt:lpstr>
      <vt:lpstr>7.1 Average Delivery Delay per Region (Start_Location).</vt:lpstr>
      <vt:lpstr>7.2 On-Time Delivery % = (Total On-Time Deliveries / Total Deliveries) * 100.</vt:lpstr>
      <vt:lpstr>7.3 Average Traffic Delay per Route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611</cp:revision>
  <dcterms:created xsi:type="dcterms:W3CDTF">2013-01-27T09:14:16Z</dcterms:created>
  <dcterms:modified xsi:type="dcterms:W3CDTF">2026-02-09T14:34:44Z</dcterms:modified>
  <cp:category/>
</cp:coreProperties>
</file>